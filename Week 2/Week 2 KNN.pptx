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35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4" r:id="rId10"/>
    <p:sldId id="266" r:id="rId11"/>
    <p:sldId id="270" r:id="rId12"/>
    <p:sldId id="271" r:id="rId13"/>
    <p:sldId id="337" r:id="rId14"/>
    <p:sldId id="338" r:id="rId1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792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624708" y="3759"/>
            <a:ext cx="6942582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Segoe Print"/>
                <a:cs typeface="Segoe Prin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Segoe Print"/>
                <a:cs typeface="Segoe Prin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 7" descr="C:/Users/kingsoft/AppData/Local/Temp/fig2wpp/@svg_Union_#color-2113&amp;609.svg"/>
          <p:cNvSpPr/>
          <p:nvPr userDrawn="1">
            <p:custDataLst>
              <p:tags r:id="rId1"/>
            </p:custDataLst>
          </p:nvPr>
        </p:nvSpPr>
        <p:spPr>
          <a:xfrm>
            <a:off x="0" y="669144"/>
            <a:ext cx="12188825" cy="3388079"/>
          </a:xfrm>
          <a:custGeom>
            <a:avLst/>
            <a:gdLst>
              <a:gd name="connsiteX0" fmla="*/ 0 w 12188825"/>
              <a:gd name="connsiteY0" fmla="*/ 1005224 h 3388079"/>
              <a:gd name="connsiteX1" fmla="*/ 0 w 12188825"/>
              <a:gd name="connsiteY1" fmla="*/ 982319 h 3388079"/>
              <a:gd name="connsiteX2" fmla="*/ 1314870 w 12188825"/>
              <a:gd name="connsiteY2" fmla="*/ 770839 h 3388079"/>
              <a:gd name="connsiteX3" fmla="*/ 1852041 w 12188825"/>
              <a:gd name="connsiteY3" fmla="*/ 500528 h 3388079"/>
              <a:gd name="connsiteX4" fmla="*/ 1852041 w 12188825"/>
              <a:gd name="connsiteY4" fmla="*/ 500527 h 3388079"/>
              <a:gd name="connsiteX5" fmla="*/ 2932174 w 12188825"/>
              <a:gd name="connsiteY5" fmla="*/ 41239 h 3388079"/>
              <a:gd name="connsiteX6" fmla="*/ 4420455 w 12188825"/>
              <a:gd name="connsiteY6" fmla="*/ 362048 h 3388079"/>
              <a:gd name="connsiteX7" fmla="*/ 5217363 w 12188825"/>
              <a:gd name="connsiteY7" fmla="*/ 956991 h 3388079"/>
              <a:gd name="connsiteX8" fmla="*/ 5217376 w 12188825"/>
              <a:gd name="connsiteY8" fmla="*/ 957001 h 3388079"/>
              <a:gd name="connsiteX9" fmla="*/ 5767346 w 12188825"/>
              <a:gd name="connsiteY9" fmla="*/ 1385173 h 3388079"/>
              <a:gd name="connsiteX10" fmla="*/ 6865381 w 12188825"/>
              <a:gd name="connsiteY10" fmla="*/ 1870804 h 3388079"/>
              <a:gd name="connsiteX11" fmla="*/ 8183247 w 12188825"/>
              <a:gd name="connsiteY11" fmla="*/ 2036508 h 3388079"/>
              <a:gd name="connsiteX12" fmla="*/ 9538860 w 12188825"/>
              <a:gd name="connsiteY12" fmla="*/ 1972065 h 3388079"/>
              <a:gd name="connsiteX13" fmla="*/ 10677499 w 12188825"/>
              <a:gd name="connsiteY13" fmla="*/ 1694960 h 3388079"/>
              <a:gd name="connsiteX14" fmla="*/ 11684183 w 12188825"/>
              <a:gd name="connsiteY14" fmla="*/ 986766 h 3388079"/>
              <a:gd name="connsiteX15" fmla="*/ 12188825 w 12188825"/>
              <a:gd name="connsiteY15" fmla="*/ 155924 h 3388079"/>
              <a:gd name="connsiteX16" fmla="*/ 12188825 w 12188825"/>
              <a:gd name="connsiteY16" fmla="*/ 195017 h 3388079"/>
              <a:gd name="connsiteX17" fmla="*/ 11868259 w 12188825"/>
              <a:gd name="connsiteY17" fmla="*/ 761239 h 3388079"/>
              <a:gd name="connsiteX18" fmla="*/ 11036093 w 12188825"/>
              <a:gd name="connsiteY18" fmla="*/ 1549752 h 3388079"/>
              <a:gd name="connsiteX19" fmla="*/ 9890533 w 12188825"/>
              <a:gd name="connsiteY19" fmla="*/ 1936549 h 3388079"/>
              <a:gd name="connsiteX20" fmla="*/ 8585263 w 12188825"/>
              <a:gd name="connsiteY20" fmla="*/ 2060909 h 3388079"/>
              <a:gd name="connsiteX21" fmla="*/ 7214883 w 12188825"/>
              <a:gd name="connsiteY21" fmla="*/ 1963025 h 3388079"/>
              <a:gd name="connsiteX22" fmla="*/ 6081995 w 12188825"/>
              <a:gd name="connsiteY22" fmla="*/ 1610086 h 3388079"/>
              <a:gd name="connsiteX23" fmla="*/ 5203791 w 12188825"/>
              <a:gd name="connsiteY23" fmla="*/ 975607 h 3388079"/>
              <a:gd name="connsiteX24" fmla="*/ 5203791 w 12188825"/>
              <a:gd name="connsiteY24" fmla="*/ 975602 h 3388079"/>
              <a:gd name="connsiteX25" fmla="*/ 5203791 w 12188825"/>
              <a:gd name="connsiteY25" fmla="*/ 975597 h 3388079"/>
              <a:gd name="connsiteX26" fmla="*/ 5203778 w 12188825"/>
              <a:gd name="connsiteY26" fmla="*/ 975593 h 3388079"/>
              <a:gd name="connsiteX27" fmla="*/ 4824007 w 12188825"/>
              <a:gd name="connsiteY27" fmla="*/ 669470 h 3388079"/>
              <a:gd name="connsiteX28" fmla="*/ 3322509 w 12188825"/>
              <a:gd name="connsiteY28" fmla="*/ 16490 h 3388079"/>
              <a:gd name="connsiteX29" fmla="*/ 1826800 w 12188825"/>
              <a:gd name="connsiteY29" fmla="*/ 533579 h 3388079"/>
              <a:gd name="connsiteX30" fmla="*/ 17343 w 12188825"/>
              <a:gd name="connsiteY30" fmla="*/ 1009413 h 3388079"/>
              <a:gd name="connsiteX31" fmla="*/ 0 w 12188825"/>
              <a:gd name="connsiteY31" fmla="*/ 1005224 h 3388079"/>
              <a:gd name="connsiteX32" fmla="*/ 0 w 12188825"/>
              <a:gd name="connsiteY32" fmla="*/ 1163985 h 3388079"/>
              <a:gd name="connsiteX33" fmla="*/ 0 w 12188825"/>
              <a:gd name="connsiteY33" fmla="*/ 1142920 h 3388079"/>
              <a:gd name="connsiteX34" fmla="*/ 1298859 w 12188825"/>
              <a:gd name="connsiteY34" fmla="*/ 962935 h 3388079"/>
              <a:gd name="connsiteX35" fmla="*/ 1760295 w 12188825"/>
              <a:gd name="connsiteY35" fmla="*/ 787195 h 3388079"/>
              <a:gd name="connsiteX36" fmla="*/ 2957809 w 12188825"/>
              <a:gd name="connsiteY36" fmla="*/ 431306 h 3388079"/>
              <a:gd name="connsiteX37" fmla="*/ 4572752 w 12188825"/>
              <a:gd name="connsiteY37" fmla="*/ 709094 h 3388079"/>
              <a:gd name="connsiteX38" fmla="*/ 5301149 w 12188825"/>
              <a:gd name="connsiteY38" fmla="*/ 1101053 h 3388079"/>
              <a:gd name="connsiteX39" fmla="*/ 5729637 w 12188825"/>
              <a:gd name="connsiteY39" fmla="*/ 1410131 h 3388079"/>
              <a:gd name="connsiteX40" fmla="*/ 5729649 w 12188825"/>
              <a:gd name="connsiteY40" fmla="*/ 1410144 h 3388079"/>
              <a:gd name="connsiteX41" fmla="*/ 5729662 w 12188825"/>
              <a:gd name="connsiteY41" fmla="*/ 1410144 h 3388079"/>
              <a:gd name="connsiteX42" fmla="*/ 6052755 w 12188825"/>
              <a:gd name="connsiteY42" fmla="*/ 1647611 h 3388079"/>
              <a:gd name="connsiteX43" fmla="*/ 7110669 w 12188825"/>
              <a:gd name="connsiteY43" fmla="*/ 2084818 h 3388079"/>
              <a:gd name="connsiteX44" fmla="*/ 8377519 w 12188825"/>
              <a:gd name="connsiteY44" fmla="*/ 2229129 h 3388079"/>
              <a:gd name="connsiteX45" fmla="*/ 9657790 w 12188825"/>
              <a:gd name="connsiteY45" fmla="*/ 2137718 h 3388079"/>
              <a:gd name="connsiteX46" fmla="*/ 10776267 w 12188825"/>
              <a:gd name="connsiteY46" fmla="*/ 1797991 h 3388079"/>
              <a:gd name="connsiteX47" fmla="*/ 11730030 w 12188825"/>
              <a:gd name="connsiteY47" fmla="*/ 1040117 h 3388079"/>
              <a:gd name="connsiteX48" fmla="*/ 12188825 w 12188825"/>
              <a:gd name="connsiteY48" fmla="*/ 293936 h 3388079"/>
              <a:gd name="connsiteX49" fmla="*/ 12188825 w 12188825"/>
              <a:gd name="connsiteY49" fmla="*/ 331738 h 3388079"/>
              <a:gd name="connsiteX50" fmla="*/ 11910196 w 12188825"/>
              <a:gd name="connsiteY50" fmla="*/ 817784 h 3388079"/>
              <a:gd name="connsiteX51" fmla="*/ 11092554 w 12188825"/>
              <a:gd name="connsiteY51" fmla="*/ 1645234 h 3388079"/>
              <a:gd name="connsiteX52" fmla="*/ 8764235 w 12188825"/>
              <a:gd name="connsiteY52" fmla="*/ 2246868 h 3388079"/>
              <a:gd name="connsiteX53" fmla="*/ 7462774 w 12188825"/>
              <a:gd name="connsiteY53" fmla="*/ 2173751 h 3388079"/>
              <a:gd name="connsiteX54" fmla="*/ 6337364 w 12188825"/>
              <a:gd name="connsiteY54" fmla="*/ 1840814 h 3388079"/>
              <a:gd name="connsiteX55" fmla="*/ 5768540 w 12188825"/>
              <a:gd name="connsiteY55" fmla="*/ 1463461 h 3388079"/>
              <a:gd name="connsiteX56" fmla="*/ 4999742 w 12188825"/>
              <a:gd name="connsiteY56" fmla="*/ 940002 h 3388079"/>
              <a:gd name="connsiteX57" fmla="*/ 3370363 w 12188825"/>
              <a:gd name="connsiteY57" fmla="*/ 440825 h 3388079"/>
              <a:gd name="connsiteX58" fmla="*/ 2481848 w 12188825"/>
              <a:gd name="connsiteY58" fmla="*/ 545819 h 3388079"/>
              <a:gd name="connsiteX59" fmla="*/ 1747459 w 12188825"/>
              <a:gd name="connsiteY59" fmla="*/ 811509 h 3388079"/>
              <a:gd name="connsiteX60" fmla="*/ 1747459 w 12188825"/>
              <a:gd name="connsiteY60" fmla="*/ 811509 h 3388079"/>
              <a:gd name="connsiteX61" fmla="*/ 1611375 w 12188825"/>
              <a:gd name="connsiteY61" fmla="*/ 865857 h 3388079"/>
              <a:gd name="connsiteX62" fmla="*/ 35443 w 12188825"/>
              <a:gd name="connsiteY62" fmla="*/ 1169900 h 3388079"/>
              <a:gd name="connsiteX63" fmla="*/ 0 w 12188825"/>
              <a:gd name="connsiteY63" fmla="*/ 1163985 h 3388079"/>
              <a:gd name="connsiteX64" fmla="*/ 0 w 12188825"/>
              <a:gd name="connsiteY64" fmla="*/ 1329328 h 3388079"/>
              <a:gd name="connsiteX65" fmla="*/ 0 w 12188825"/>
              <a:gd name="connsiteY65" fmla="*/ 1309376 h 3388079"/>
              <a:gd name="connsiteX66" fmla="*/ 1304839 w 12188825"/>
              <a:gd name="connsiteY66" fmla="*/ 1134366 h 3388079"/>
              <a:gd name="connsiteX67" fmla="*/ 1608112 w 12188825"/>
              <a:gd name="connsiteY67" fmla="*/ 1047457 h 3388079"/>
              <a:gd name="connsiteX68" fmla="*/ 1608125 w 12188825"/>
              <a:gd name="connsiteY68" fmla="*/ 1047450 h 3388079"/>
              <a:gd name="connsiteX69" fmla="*/ 1608138 w 12188825"/>
              <a:gd name="connsiteY69" fmla="*/ 1047449 h 3388079"/>
              <a:gd name="connsiteX70" fmla="*/ 2915935 w 12188825"/>
              <a:gd name="connsiteY70" fmla="*/ 798445 h 3388079"/>
              <a:gd name="connsiteX71" fmla="*/ 3759694 w 12188825"/>
              <a:gd name="connsiteY71" fmla="*/ 890075 h 3388079"/>
              <a:gd name="connsiteX72" fmla="*/ 4122908 w 12188825"/>
              <a:gd name="connsiteY72" fmla="*/ 945622 h 3388079"/>
              <a:gd name="connsiteX73" fmla="*/ 4122921 w 12188825"/>
              <a:gd name="connsiteY73" fmla="*/ 945625 h 3388079"/>
              <a:gd name="connsiteX74" fmla="*/ 4122934 w 12188825"/>
              <a:gd name="connsiteY74" fmla="*/ 945626 h 3388079"/>
              <a:gd name="connsiteX75" fmla="*/ 4122947 w 12188825"/>
              <a:gd name="connsiteY75" fmla="*/ 945627 h 3388079"/>
              <a:gd name="connsiteX76" fmla="*/ 4122947 w 12188825"/>
              <a:gd name="connsiteY76" fmla="*/ 945628 h 3388079"/>
              <a:gd name="connsiteX77" fmla="*/ 4122959 w 12188825"/>
              <a:gd name="connsiteY77" fmla="*/ 945630 h 3388079"/>
              <a:gd name="connsiteX78" fmla="*/ 4122972 w 12188825"/>
              <a:gd name="connsiteY78" fmla="*/ 945631 h 3388079"/>
              <a:gd name="connsiteX79" fmla="*/ 4122985 w 12188825"/>
              <a:gd name="connsiteY79" fmla="*/ 945634 h 3388079"/>
              <a:gd name="connsiteX80" fmla="*/ 4548172 w 12188825"/>
              <a:gd name="connsiteY80" fmla="*/ 1011789 h 3388079"/>
              <a:gd name="connsiteX81" fmla="*/ 5272137 w 12188825"/>
              <a:gd name="connsiteY81" fmla="*/ 1214708 h 3388079"/>
              <a:gd name="connsiteX82" fmla="*/ 5980600 w 12188825"/>
              <a:gd name="connsiteY82" fmla="*/ 1649368 h 3388079"/>
              <a:gd name="connsiteX83" fmla="*/ 5994071 w 12188825"/>
              <a:gd name="connsiteY83" fmla="*/ 1659433 h 3388079"/>
              <a:gd name="connsiteX84" fmla="*/ 6002527 w 12188825"/>
              <a:gd name="connsiteY84" fmla="*/ 1665742 h 3388079"/>
              <a:gd name="connsiteX85" fmla="*/ 6002540 w 12188825"/>
              <a:gd name="connsiteY85" fmla="*/ 1665754 h 3388079"/>
              <a:gd name="connsiteX86" fmla="*/ 6551735 w 12188825"/>
              <a:gd name="connsiteY86" fmla="*/ 2027594 h 3388079"/>
              <a:gd name="connsiteX87" fmla="*/ 7083295 w 12188825"/>
              <a:gd name="connsiteY87" fmla="*/ 2230217 h 3388079"/>
              <a:gd name="connsiteX88" fmla="*/ 8340293 w 12188825"/>
              <a:gd name="connsiteY88" fmla="*/ 2416225 h 3388079"/>
              <a:gd name="connsiteX89" fmla="*/ 10752816 w 12188825"/>
              <a:gd name="connsiteY89" fmla="*/ 1950976 h 3388079"/>
              <a:gd name="connsiteX90" fmla="*/ 11733534 w 12188825"/>
              <a:gd name="connsiteY90" fmla="*/ 1147769 h 3388079"/>
              <a:gd name="connsiteX91" fmla="*/ 12188825 w 12188825"/>
              <a:gd name="connsiteY91" fmla="*/ 432683 h 3388079"/>
              <a:gd name="connsiteX92" fmla="*/ 12188825 w 12188825"/>
              <a:gd name="connsiteY92" fmla="*/ 469805 h 3388079"/>
              <a:gd name="connsiteX93" fmla="*/ 11946064 w 12188825"/>
              <a:gd name="connsiteY93" fmla="*/ 885015 h 3388079"/>
              <a:gd name="connsiteX94" fmla="*/ 11083628 w 12188825"/>
              <a:gd name="connsiteY94" fmla="*/ 1775625 h 3388079"/>
              <a:gd name="connsiteX95" fmla="*/ 8760959 w 12188825"/>
              <a:gd name="connsiteY95" fmla="*/ 2437100 h 3388079"/>
              <a:gd name="connsiteX96" fmla="*/ 7457492 w 12188825"/>
              <a:gd name="connsiteY96" fmla="*/ 2340896 h 3388079"/>
              <a:gd name="connsiteX97" fmla="*/ 6370655 w 12188825"/>
              <a:gd name="connsiteY97" fmla="*/ 1950963 h 3388079"/>
              <a:gd name="connsiteX98" fmla="*/ 5988573 w 12188825"/>
              <a:gd name="connsiteY98" fmla="*/ 1681584 h 3388079"/>
              <a:gd name="connsiteX99" fmla="*/ 5988573 w 12188825"/>
              <a:gd name="connsiteY99" fmla="*/ 1681584 h 3388079"/>
              <a:gd name="connsiteX100" fmla="*/ 5988573 w 12188825"/>
              <a:gd name="connsiteY100" fmla="*/ 1681584 h 3388079"/>
              <a:gd name="connsiteX101" fmla="*/ 5735172 w 12188825"/>
              <a:gd name="connsiteY101" fmla="*/ 1495828 h 3388079"/>
              <a:gd name="connsiteX102" fmla="*/ 4966172 w 12188825"/>
              <a:gd name="connsiteY102" fmla="*/ 1127358 h 3388079"/>
              <a:gd name="connsiteX103" fmla="*/ 4222031 w 12188825"/>
              <a:gd name="connsiteY103" fmla="*/ 981730 h 3388079"/>
              <a:gd name="connsiteX104" fmla="*/ 4198606 w 12188825"/>
              <a:gd name="connsiteY104" fmla="*/ 978327 h 3388079"/>
              <a:gd name="connsiteX105" fmla="*/ 4179358 w 12188825"/>
              <a:gd name="connsiteY105" fmla="*/ 975526 h 3388079"/>
              <a:gd name="connsiteX106" fmla="*/ 3848990 w 12188825"/>
              <a:gd name="connsiteY106" fmla="*/ 923432 h 3388079"/>
              <a:gd name="connsiteX107" fmla="*/ 3347623 w 12188825"/>
              <a:gd name="connsiteY107" fmla="*/ 848614 h 3388079"/>
              <a:gd name="connsiteX108" fmla="*/ 2491929 w 12188825"/>
              <a:gd name="connsiteY108" fmla="*/ 848922 h 3388079"/>
              <a:gd name="connsiteX109" fmla="*/ 1633518 w 12188825"/>
              <a:gd name="connsiteY109" fmla="*/ 1060696 h 3388079"/>
              <a:gd name="connsiteX110" fmla="*/ 60847 w 12188825"/>
              <a:gd name="connsiteY110" fmla="*/ 1334385 h 3388079"/>
              <a:gd name="connsiteX111" fmla="*/ 0 w 12188825"/>
              <a:gd name="connsiteY111" fmla="*/ 1329328 h 3388079"/>
              <a:gd name="connsiteX112" fmla="*/ 0 w 12188825"/>
              <a:gd name="connsiteY112" fmla="*/ 1503123 h 3388079"/>
              <a:gd name="connsiteX113" fmla="*/ 0 w 12188825"/>
              <a:gd name="connsiteY113" fmla="*/ 1482388 h 3388079"/>
              <a:gd name="connsiteX114" fmla="*/ 1274024 w 12188825"/>
              <a:gd name="connsiteY114" fmla="*/ 1306481 h 3388079"/>
              <a:gd name="connsiteX115" fmla="*/ 1274024 w 12188825"/>
              <a:gd name="connsiteY115" fmla="*/ 1306481 h 3388079"/>
              <a:gd name="connsiteX116" fmla="*/ 1290479 w 12188825"/>
              <a:gd name="connsiteY116" fmla="*/ 1302928 h 3388079"/>
              <a:gd name="connsiteX117" fmla="*/ 1437456 w 12188825"/>
              <a:gd name="connsiteY117" fmla="*/ 1270839 h 3388079"/>
              <a:gd name="connsiteX118" fmla="*/ 2862939 w 12188825"/>
              <a:gd name="connsiteY118" fmla="*/ 1122716 h 3388079"/>
              <a:gd name="connsiteX119" fmla="*/ 3431015 w 12188825"/>
              <a:gd name="connsiteY119" fmla="*/ 1235750 h 3388079"/>
              <a:gd name="connsiteX120" fmla="*/ 3646630 w 12188825"/>
              <a:gd name="connsiteY120" fmla="*/ 1285101 h 3388079"/>
              <a:gd name="connsiteX121" fmla="*/ 4451639 w 12188825"/>
              <a:gd name="connsiteY121" fmla="*/ 1374641 h 3388079"/>
              <a:gd name="connsiteX122" fmla="*/ 4617813 w 12188825"/>
              <a:gd name="connsiteY122" fmla="*/ 1373731 h 3388079"/>
              <a:gd name="connsiteX123" fmla="*/ 4617838 w 12188825"/>
              <a:gd name="connsiteY123" fmla="*/ 1373731 h 3388079"/>
              <a:gd name="connsiteX124" fmla="*/ 4617851 w 12188825"/>
              <a:gd name="connsiteY124" fmla="*/ 1373731 h 3388079"/>
              <a:gd name="connsiteX125" fmla="*/ 5201581 w 12188825"/>
              <a:gd name="connsiteY125" fmla="*/ 1396957 h 3388079"/>
              <a:gd name="connsiteX126" fmla="*/ 5909054 w 12188825"/>
              <a:gd name="connsiteY126" fmla="*/ 1660558 h 3388079"/>
              <a:gd name="connsiteX127" fmla="*/ 6223614 w 12188825"/>
              <a:gd name="connsiteY127" fmla="*/ 1885420 h 3388079"/>
              <a:gd name="connsiteX128" fmla="*/ 6223627 w 12188825"/>
              <a:gd name="connsiteY128" fmla="*/ 1885420 h 3388079"/>
              <a:gd name="connsiteX129" fmla="*/ 6223627 w 12188825"/>
              <a:gd name="connsiteY129" fmla="*/ 1885420 h 3388079"/>
              <a:gd name="connsiteX130" fmla="*/ 6543876 w 12188825"/>
              <a:gd name="connsiteY130" fmla="*/ 2113898 h 3388079"/>
              <a:gd name="connsiteX131" fmla="*/ 7047426 w 12188825"/>
              <a:gd name="connsiteY131" fmla="*/ 2358319 h 3388079"/>
              <a:gd name="connsiteX132" fmla="*/ 8290344 w 12188825"/>
              <a:gd name="connsiteY132" fmla="*/ 2600654 h 3388079"/>
              <a:gd name="connsiteX133" fmla="*/ 10714384 w 12188825"/>
              <a:gd name="connsiteY133" fmla="*/ 2110851 h 3388079"/>
              <a:gd name="connsiteX134" fmla="*/ 11743336 w 12188825"/>
              <a:gd name="connsiteY134" fmla="*/ 1247868 h 3388079"/>
              <a:gd name="connsiteX135" fmla="*/ 12188825 w 12188825"/>
              <a:gd name="connsiteY135" fmla="*/ 571097 h 3388079"/>
              <a:gd name="connsiteX136" fmla="*/ 12188825 w 12188825"/>
              <a:gd name="connsiteY136" fmla="*/ 606438 h 3388079"/>
              <a:gd name="connsiteX137" fmla="*/ 11968588 w 12188825"/>
              <a:gd name="connsiteY137" fmla="*/ 972822 h 3388079"/>
              <a:gd name="connsiteX138" fmla="*/ 11063733 w 12188825"/>
              <a:gd name="connsiteY138" fmla="*/ 1911806 h 3388079"/>
              <a:gd name="connsiteX139" fmla="*/ 8718616 w 12188825"/>
              <a:gd name="connsiteY139" fmla="*/ 2629026 h 3388079"/>
              <a:gd name="connsiteX140" fmla="*/ 6370261 w 12188825"/>
              <a:gd name="connsiteY140" fmla="*/ 2017657 h 3388079"/>
              <a:gd name="connsiteX141" fmla="*/ 6246811 w 12188825"/>
              <a:gd name="connsiteY141" fmla="*/ 1925525 h 3388079"/>
              <a:gd name="connsiteX142" fmla="*/ 6246786 w 12188825"/>
              <a:gd name="connsiteY142" fmla="*/ 1925512 h 3388079"/>
              <a:gd name="connsiteX143" fmla="*/ 6246786 w 12188825"/>
              <a:gd name="connsiteY143" fmla="*/ 1925499 h 3388079"/>
              <a:gd name="connsiteX144" fmla="*/ 5663703 w 12188825"/>
              <a:gd name="connsiteY144" fmla="*/ 1549410 h 3388079"/>
              <a:gd name="connsiteX145" fmla="*/ 4893877 w 12188825"/>
              <a:gd name="connsiteY145" fmla="*/ 1395326 h 3388079"/>
              <a:gd name="connsiteX146" fmla="*/ 4605370 w 12188825"/>
              <a:gd name="connsiteY146" fmla="*/ 1394555 h 3388079"/>
              <a:gd name="connsiteX147" fmla="*/ 4605357 w 12188825"/>
              <a:gd name="connsiteY147" fmla="*/ 1394555 h 3388079"/>
              <a:gd name="connsiteX148" fmla="*/ 4605345 w 12188825"/>
              <a:gd name="connsiteY148" fmla="*/ 1394555 h 3388079"/>
              <a:gd name="connsiteX149" fmla="*/ 4605332 w 12188825"/>
              <a:gd name="connsiteY149" fmla="*/ 1394555 h 3388079"/>
              <a:gd name="connsiteX150" fmla="*/ 4605332 w 12188825"/>
              <a:gd name="connsiteY150" fmla="*/ 1394555 h 3388079"/>
              <a:gd name="connsiteX151" fmla="*/ 4605319 w 12188825"/>
              <a:gd name="connsiteY151" fmla="*/ 1394555 h 3388079"/>
              <a:gd name="connsiteX152" fmla="*/ 4605307 w 12188825"/>
              <a:gd name="connsiteY152" fmla="*/ 1394555 h 3388079"/>
              <a:gd name="connsiteX153" fmla="*/ 4114516 w 12188825"/>
              <a:gd name="connsiteY153" fmla="*/ 1383403 h 3388079"/>
              <a:gd name="connsiteX154" fmla="*/ 3439496 w 12188825"/>
              <a:gd name="connsiteY154" fmla="*/ 1259903 h 3388079"/>
              <a:gd name="connsiteX155" fmla="*/ 3439496 w 12188825"/>
              <a:gd name="connsiteY155" fmla="*/ 1259903 h 3388079"/>
              <a:gd name="connsiteX156" fmla="*/ 3287440 w 12188825"/>
              <a:gd name="connsiteY156" fmla="*/ 1224851 h 3388079"/>
              <a:gd name="connsiteX157" fmla="*/ 2500055 w 12188825"/>
              <a:gd name="connsiteY157" fmla="*/ 1127891 h 3388079"/>
              <a:gd name="connsiteX158" fmla="*/ 1644615 w 12188825"/>
              <a:gd name="connsiteY158" fmla="*/ 1248123 h 3388079"/>
              <a:gd name="connsiteX159" fmla="*/ 1373731 w 12188825"/>
              <a:gd name="connsiteY159" fmla="*/ 1306607 h 3388079"/>
              <a:gd name="connsiteX160" fmla="*/ 1373719 w 12188825"/>
              <a:gd name="connsiteY160" fmla="*/ 1306607 h 3388079"/>
              <a:gd name="connsiteX161" fmla="*/ 1373706 w 12188825"/>
              <a:gd name="connsiteY161" fmla="*/ 1306607 h 3388079"/>
              <a:gd name="connsiteX162" fmla="*/ 1373706 w 12188825"/>
              <a:gd name="connsiteY162" fmla="*/ 1306607 h 3388079"/>
              <a:gd name="connsiteX163" fmla="*/ 1373693 w 12188825"/>
              <a:gd name="connsiteY163" fmla="*/ 1306620 h 3388079"/>
              <a:gd name="connsiteX164" fmla="*/ 101997 w 12188825"/>
              <a:gd name="connsiteY164" fmla="*/ 1502428 h 3388079"/>
              <a:gd name="connsiteX165" fmla="*/ 0 w 12188825"/>
              <a:gd name="connsiteY165" fmla="*/ 1503123 h 3388079"/>
              <a:gd name="connsiteX166" fmla="*/ 0 w 12188825"/>
              <a:gd name="connsiteY166" fmla="*/ 1682659 h 3388079"/>
              <a:gd name="connsiteX167" fmla="*/ 0 w 12188825"/>
              <a:gd name="connsiteY167" fmla="*/ 1662189 h 3388079"/>
              <a:gd name="connsiteX168" fmla="*/ 972352 w 12188825"/>
              <a:gd name="connsiteY168" fmla="*/ 1517638 h 3388079"/>
              <a:gd name="connsiteX169" fmla="*/ 972360 w 12188825"/>
              <a:gd name="connsiteY169" fmla="*/ 1517638 h 3388079"/>
              <a:gd name="connsiteX170" fmla="*/ 972380 w 12188825"/>
              <a:gd name="connsiteY170" fmla="*/ 1517638 h 3388079"/>
              <a:gd name="connsiteX171" fmla="*/ 1298884 w 12188825"/>
              <a:gd name="connsiteY171" fmla="*/ 1459238 h 3388079"/>
              <a:gd name="connsiteX172" fmla="*/ 2842815 w 12188825"/>
              <a:gd name="connsiteY172" fmla="*/ 1411471 h 3388079"/>
              <a:gd name="connsiteX173" fmla="*/ 3324312 w 12188825"/>
              <a:gd name="connsiteY173" fmla="*/ 1569513 h 3388079"/>
              <a:gd name="connsiteX174" fmla="*/ 3324324 w 12188825"/>
              <a:gd name="connsiteY174" fmla="*/ 1569513 h 3388079"/>
              <a:gd name="connsiteX175" fmla="*/ 3324350 w 12188825"/>
              <a:gd name="connsiteY175" fmla="*/ 1569526 h 3388079"/>
              <a:gd name="connsiteX176" fmla="*/ 3561384 w 12188825"/>
              <a:gd name="connsiteY176" fmla="*/ 1656057 h 3388079"/>
              <a:gd name="connsiteX177" fmla="*/ 4352185 w 12188825"/>
              <a:gd name="connsiteY177" fmla="*/ 1792883 h 3388079"/>
              <a:gd name="connsiteX178" fmla="*/ 4843992 w 12188825"/>
              <a:gd name="connsiteY178" fmla="*/ 1726670 h 3388079"/>
              <a:gd name="connsiteX179" fmla="*/ 5752021 w 12188825"/>
              <a:gd name="connsiteY179" fmla="*/ 1702079 h 3388079"/>
              <a:gd name="connsiteX180" fmla="*/ 6481179 w 12188825"/>
              <a:gd name="connsiteY180" fmla="*/ 2120245 h 3388079"/>
              <a:gd name="connsiteX181" fmla="*/ 6981455 w 12188825"/>
              <a:gd name="connsiteY181" fmla="*/ 2449136 h 3388079"/>
              <a:gd name="connsiteX182" fmla="*/ 8197963 w 12188825"/>
              <a:gd name="connsiteY182" fmla="*/ 2776460 h 3388079"/>
              <a:gd name="connsiteX183" fmla="*/ 10674148 w 12188825"/>
              <a:gd name="connsiteY183" fmla="*/ 2270953 h 3388079"/>
              <a:gd name="connsiteX184" fmla="*/ 12188825 w 12188825"/>
              <a:gd name="connsiteY184" fmla="*/ 707899 h 3388079"/>
              <a:gd name="connsiteX185" fmla="*/ 12188825 w 12188825"/>
              <a:gd name="connsiteY185" fmla="*/ 734219 h 3388079"/>
              <a:gd name="connsiteX186" fmla="*/ 11025656 w 12188825"/>
              <a:gd name="connsiteY186" fmla="*/ 2060252 h 3388079"/>
              <a:gd name="connsiteX187" fmla="*/ 9889149 w 12188825"/>
              <a:gd name="connsiteY187" fmla="*/ 2644754 h 3388079"/>
              <a:gd name="connsiteX188" fmla="*/ 8632532 w 12188825"/>
              <a:gd name="connsiteY188" fmla="*/ 2819548 h 3388079"/>
              <a:gd name="connsiteX189" fmla="*/ 7377592 w 12188825"/>
              <a:gd name="connsiteY189" fmla="*/ 2630556 h 3388079"/>
              <a:gd name="connsiteX190" fmla="*/ 6820892 w 12188825"/>
              <a:gd name="connsiteY190" fmla="*/ 2386842 h 3388079"/>
              <a:gd name="connsiteX191" fmla="*/ 6441210 w 12188825"/>
              <a:gd name="connsiteY191" fmla="*/ 2123001 h 3388079"/>
              <a:gd name="connsiteX192" fmla="*/ 6441197 w 12188825"/>
              <a:gd name="connsiteY192" fmla="*/ 2122988 h 3388079"/>
              <a:gd name="connsiteX193" fmla="*/ 6441197 w 12188825"/>
              <a:gd name="connsiteY193" fmla="*/ 2122988 h 3388079"/>
              <a:gd name="connsiteX194" fmla="*/ 6235892 w 12188825"/>
              <a:gd name="connsiteY194" fmla="*/ 1971483 h 3388079"/>
              <a:gd name="connsiteX195" fmla="*/ 5481036 w 12188825"/>
              <a:gd name="connsiteY195" fmla="*/ 1679801 h 3388079"/>
              <a:gd name="connsiteX196" fmla="*/ 4852651 w 12188825"/>
              <a:gd name="connsiteY196" fmla="*/ 1745534 h 3388079"/>
              <a:gd name="connsiteX197" fmla="*/ 4852651 w 12188825"/>
              <a:gd name="connsiteY197" fmla="*/ 1745534 h 3388079"/>
              <a:gd name="connsiteX198" fmla="*/ 4751496 w 12188825"/>
              <a:gd name="connsiteY198" fmla="*/ 1763917 h 3388079"/>
              <a:gd name="connsiteX199" fmla="*/ 4020332 w 12188825"/>
              <a:gd name="connsiteY199" fmla="*/ 1797852 h 3388079"/>
              <a:gd name="connsiteX200" fmla="*/ 3308301 w 12188825"/>
              <a:gd name="connsiteY200" fmla="*/ 1586936 h 3388079"/>
              <a:gd name="connsiteX201" fmla="*/ 3308276 w 12188825"/>
              <a:gd name="connsiteY201" fmla="*/ 1586936 h 3388079"/>
              <a:gd name="connsiteX202" fmla="*/ 3290424 w 12188825"/>
              <a:gd name="connsiteY202" fmla="*/ 1580311 h 3388079"/>
              <a:gd name="connsiteX203" fmla="*/ 3271646 w 12188825"/>
              <a:gd name="connsiteY203" fmla="*/ 1573344 h 3388079"/>
              <a:gd name="connsiteX204" fmla="*/ 2486482 w 12188825"/>
              <a:gd name="connsiteY204" fmla="*/ 1380622 h 3388079"/>
              <a:gd name="connsiteX205" fmla="*/ 1655788 w 12188825"/>
              <a:gd name="connsiteY205" fmla="*/ 1424089 h 3388079"/>
              <a:gd name="connsiteX206" fmla="*/ 998293 w 12188825"/>
              <a:gd name="connsiteY206" fmla="*/ 1533922 h 3388079"/>
              <a:gd name="connsiteX207" fmla="*/ 998280 w 12188825"/>
              <a:gd name="connsiteY207" fmla="*/ 1533935 h 3388079"/>
              <a:gd name="connsiteX208" fmla="*/ 998277 w 12188825"/>
              <a:gd name="connsiteY208" fmla="*/ 1533935 h 3388079"/>
              <a:gd name="connsiteX209" fmla="*/ 113653 w 12188825"/>
              <a:gd name="connsiteY209" fmla="*/ 1671823 h 3388079"/>
              <a:gd name="connsiteX210" fmla="*/ 0 w 12188825"/>
              <a:gd name="connsiteY210" fmla="*/ 1682659 h 3388079"/>
              <a:gd name="connsiteX211" fmla="*/ 0 w 12188825"/>
              <a:gd name="connsiteY211" fmla="*/ 1870551 h 3388079"/>
              <a:gd name="connsiteX212" fmla="*/ 0 w 12188825"/>
              <a:gd name="connsiteY212" fmla="*/ 1849829 h 3388079"/>
              <a:gd name="connsiteX213" fmla="*/ 404746 w 12188825"/>
              <a:gd name="connsiteY213" fmla="*/ 1771971 h 3388079"/>
              <a:gd name="connsiteX214" fmla="*/ 404754 w 12188825"/>
              <a:gd name="connsiteY214" fmla="*/ 1771971 h 3388079"/>
              <a:gd name="connsiteX215" fmla="*/ 1323389 w 12188825"/>
              <a:gd name="connsiteY215" fmla="*/ 1610098 h 3388079"/>
              <a:gd name="connsiteX216" fmla="*/ 2813994 w 12188825"/>
              <a:gd name="connsiteY216" fmla="*/ 1666943 h 3388079"/>
              <a:gd name="connsiteX217" fmla="*/ 3367087 w 12188825"/>
              <a:gd name="connsiteY217" fmla="*/ 1917382 h 3388079"/>
              <a:gd name="connsiteX218" fmla="*/ 4285070 w 12188825"/>
              <a:gd name="connsiteY218" fmla="*/ 2228409 h 3388079"/>
              <a:gd name="connsiteX219" fmla="*/ 5015295 w 12188825"/>
              <a:gd name="connsiteY219" fmla="*/ 2060227 h 3388079"/>
              <a:gd name="connsiteX220" fmla="*/ 5015295 w 12188825"/>
              <a:gd name="connsiteY220" fmla="*/ 2060227 h 3388079"/>
              <a:gd name="connsiteX221" fmla="*/ 5605971 w 12188825"/>
              <a:gd name="connsiteY221" fmla="*/ 1899416 h 3388079"/>
              <a:gd name="connsiteX222" fmla="*/ 6237974 w 12188825"/>
              <a:gd name="connsiteY222" fmla="*/ 2025508 h 3388079"/>
              <a:gd name="connsiteX223" fmla="*/ 6646668 w 12188825"/>
              <a:gd name="connsiteY223" fmla="*/ 2306013 h 3388079"/>
              <a:gd name="connsiteX224" fmla="*/ 6646681 w 12188825"/>
              <a:gd name="connsiteY224" fmla="*/ 2306026 h 3388079"/>
              <a:gd name="connsiteX225" fmla="*/ 6860417 w 12188825"/>
              <a:gd name="connsiteY225" fmla="*/ 2464763 h 3388079"/>
              <a:gd name="connsiteX226" fmla="*/ 8061283 w 12188825"/>
              <a:gd name="connsiteY226" fmla="*/ 2935197 h 3388079"/>
              <a:gd name="connsiteX227" fmla="*/ 10597727 w 12188825"/>
              <a:gd name="connsiteY227" fmla="*/ 2454181 h 3388079"/>
              <a:gd name="connsiteX228" fmla="*/ 12188825 w 12188825"/>
              <a:gd name="connsiteY228" fmla="*/ 847281 h 3388079"/>
              <a:gd name="connsiteX229" fmla="*/ 12188825 w 12188825"/>
              <a:gd name="connsiteY229" fmla="*/ 876995 h 3388079"/>
              <a:gd name="connsiteX230" fmla="*/ 10979084 w 12188825"/>
              <a:gd name="connsiteY230" fmla="*/ 2216094 h 3388079"/>
              <a:gd name="connsiteX231" fmla="*/ 9802647 w 12188825"/>
              <a:gd name="connsiteY231" fmla="*/ 2847414 h 3388079"/>
              <a:gd name="connsiteX232" fmla="*/ 8511520 w 12188825"/>
              <a:gd name="connsiteY232" fmla="*/ 3005127 h 3388079"/>
              <a:gd name="connsiteX233" fmla="*/ 7265581 w 12188825"/>
              <a:gd name="connsiteY233" fmla="*/ 2717390 h 3388079"/>
              <a:gd name="connsiteX234" fmla="*/ 6717782 w 12188825"/>
              <a:gd name="connsiteY234" fmla="*/ 2383606 h 3388079"/>
              <a:gd name="connsiteX235" fmla="*/ 6657003 w 12188825"/>
              <a:gd name="connsiteY235" fmla="*/ 2337103 h 3388079"/>
              <a:gd name="connsiteX236" fmla="*/ 6035094 w 12188825"/>
              <a:gd name="connsiteY236" fmla="*/ 1959484 h 3388079"/>
              <a:gd name="connsiteX237" fmla="*/ 5028360 w 12188825"/>
              <a:gd name="connsiteY237" fmla="*/ 2081505 h 3388079"/>
              <a:gd name="connsiteX238" fmla="*/ 4688406 w 12188825"/>
              <a:gd name="connsiteY238" fmla="*/ 2191047 h 3388079"/>
              <a:gd name="connsiteX239" fmla="*/ 3983435 w 12188825"/>
              <a:gd name="connsiteY239" fmla="*/ 2208103 h 3388079"/>
              <a:gd name="connsiteX240" fmla="*/ 3300531 w 12188825"/>
              <a:gd name="connsiteY240" fmla="*/ 1910074 h 3388079"/>
              <a:gd name="connsiteX241" fmla="*/ 3280013 w 12188825"/>
              <a:gd name="connsiteY241" fmla="*/ 1899163 h 3388079"/>
              <a:gd name="connsiteX242" fmla="*/ 3270427 w 12188825"/>
              <a:gd name="connsiteY242" fmla="*/ 1894055 h 3388079"/>
              <a:gd name="connsiteX243" fmla="*/ 2533803 w 12188825"/>
              <a:gd name="connsiteY243" fmla="*/ 1619328 h 3388079"/>
              <a:gd name="connsiteX244" fmla="*/ 1741224 w 12188825"/>
              <a:gd name="connsiteY244" fmla="*/ 1586645 h 3388079"/>
              <a:gd name="connsiteX245" fmla="*/ 394018 w 12188825"/>
              <a:gd name="connsiteY245" fmla="*/ 1794413 h 3388079"/>
              <a:gd name="connsiteX246" fmla="*/ 170421 w 12188825"/>
              <a:gd name="connsiteY246" fmla="*/ 1838222 h 3388079"/>
              <a:gd name="connsiteX247" fmla="*/ 0 w 12188825"/>
              <a:gd name="connsiteY247" fmla="*/ 1870551 h 3388079"/>
              <a:gd name="connsiteX248" fmla="*/ 0 w 12188825"/>
              <a:gd name="connsiteY248" fmla="*/ 2065714 h 3388079"/>
              <a:gd name="connsiteX249" fmla="*/ 0 w 12188825"/>
              <a:gd name="connsiteY249" fmla="*/ 2044890 h 3388079"/>
              <a:gd name="connsiteX250" fmla="*/ 1377337 w 12188825"/>
              <a:gd name="connsiteY250" fmla="*/ 1754056 h 3388079"/>
              <a:gd name="connsiteX251" fmla="*/ 2855969 w 12188825"/>
              <a:gd name="connsiteY251" fmla="*/ 1921592 h 3388079"/>
              <a:gd name="connsiteX252" fmla="*/ 3398498 w 12188825"/>
              <a:gd name="connsiteY252" fmla="*/ 2247020 h 3388079"/>
              <a:gd name="connsiteX253" fmla="*/ 4282595 w 12188825"/>
              <a:gd name="connsiteY253" fmla="*/ 2660937 h 3388079"/>
              <a:gd name="connsiteX254" fmla="*/ 5189443 w 12188825"/>
              <a:gd name="connsiteY254" fmla="*/ 2382493 h 3388079"/>
              <a:gd name="connsiteX255" fmla="*/ 5189443 w 12188825"/>
              <a:gd name="connsiteY255" fmla="*/ 2382480 h 3388079"/>
              <a:gd name="connsiteX256" fmla="*/ 5508943 w 12188825"/>
              <a:gd name="connsiteY256" fmla="*/ 2225741 h 3388079"/>
              <a:gd name="connsiteX257" fmla="*/ 6105840 w 12188825"/>
              <a:gd name="connsiteY257" fmla="*/ 2114720 h 3388079"/>
              <a:gd name="connsiteX258" fmla="*/ 6743213 w 12188825"/>
              <a:gd name="connsiteY258" fmla="*/ 2427845 h 3388079"/>
              <a:gd name="connsiteX259" fmla="*/ 6828015 w 12188825"/>
              <a:gd name="connsiteY259" fmla="*/ 2491959 h 3388079"/>
              <a:gd name="connsiteX260" fmla="*/ 6828015 w 12188825"/>
              <a:gd name="connsiteY260" fmla="*/ 2491972 h 3388079"/>
              <a:gd name="connsiteX261" fmla="*/ 7348160 w 12188825"/>
              <a:gd name="connsiteY261" fmla="*/ 2843583 h 3388079"/>
              <a:gd name="connsiteX262" fmla="*/ 7989102 w 12188825"/>
              <a:gd name="connsiteY262" fmla="*/ 3085716 h 3388079"/>
              <a:gd name="connsiteX263" fmla="*/ 9368065 w 12188825"/>
              <a:gd name="connsiteY263" fmla="*/ 3119575 h 3388079"/>
              <a:gd name="connsiteX264" fmla="*/ 10612848 w 12188825"/>
              <a:gd name="connsiteY264" fmla="*/ 2579008 h 3388079"/>
              <a:gd name="connsiteX265" fmla="*/ 11762915 w 12188825"/>
              <a:gd name="connsiteY265" fmla="*/ 1561042 h 3388079"/>
              <a:gd name="connsiteX266" fmla="*/ 12188825 w 12188825"/>
              <a:gd name="connsiteY266" fmla="*/ 974856 h 3388079"/>
              <a:gd name="connsiteX267" fmla="*/ 12188825 w 12188825"/>
              <a:gd name="connsiteY267" fmla="*/ 1016353 h 3388079"/>
              <a:gd name="connsiteX268" fmla="*/ 11019574 w 12188825"/>
              <a:gd name="connsiteY268" fmla="*/ 2302764 h 3388079"/>
              <a:gd name="connsiteX269" fmla="*/ 9826262 w 12188825"/>
              <a:gd name="connsiteY269" fmla="*/ 3014559 h 3388079"/>
              <a:gd name="connsiteX270" fmla="*/ 8483829 w 12188825"/>
              <a:gd name="connsiteY270" fmla="*/ 3187343 h 3388079"/>
              <a:gd name="connsiteX271" fmla="*/ 7203913 w 12188825"/>
              <a:gd name="connsiteY271" fmla="*/ 2784551 h 3388079"/>
              <a:gd name="connsiteX272" fmla="*/ 6856620 w 12188825"/>
              <a:gd name="connsiteY272" fmla="*/ 2540472 h 3388079"/>
              <a:gd name="connsiteX273" fmla="*/ 6856620 w 12188825"/>
              <a:gd name="connsiteY273" fmla="*/ 2540472 h 3388079"/>
              <a:gd name="connsiteX274" fmla="*/ 5884892 w 12188825"/>
              <a:gd name="connsiteY274" fmla="*/ 2134620 h 3388079"/>
              <a:gd name="connsiteX275" fmla="*/ 5186599 w 12188825"/>
              <a:gd name="connsiteY275" fmla="*/ 2404846 h 3388079"/>
              <a:gd name="connsiteX276" fmla="*/ 5186599 w 12188825"/>
              <a:gd name="connsiteY276" fmla="*/ 2404846 h 3388079"/>
              <a:gd name="connsiteX277" fmla="*/ 4675659 w 12188825"/>
              <a:gd name="connsiteY277" fmla="*/ 2634652 h 3388079"/>
              <a:gd name="connsiteX278" fmla="*/ 4008486 w 12188825"/>
              <a:gd name="connsiteY278" fmla="*/ 2620024 h 3388079"/>
              <a:gd name="connsiteX279" fmla="*/ 3354098 w 12188825"/>
              <a:gd name="connsiteY279" fmla="*/ 2240597 h 3388079"/>
              <a:gd name="connsiteX280" fmla="*/ 3354098 w 12188825"/>
              <a:gd name="connsiteY280" fmla="*/ 2240597 h 3388079"/>
              <a:gd name="connsiteX281" fmla="*/ 3328349 w 12188825"/>
              <a:gd name="connsiteY281" fmla="*/ 2222491 h 3388079"/>
              <a:gd name="connsiteX282" fmla="*/ 2614909 w 12188825"/>
              <a:gd name="connsiteY282" fmla="*/ 1856290 h 3388079"/>
              <a:gd name="connsiteX283" fmla="*/ 1807679 w 12188825"/>
              <a:gd name="connsiteY283" fmla="*/ 1750263 h 3388079"/>
              <a:gd name="connsiteX284" fmla="*/ 201180 w 12188825"/>
              <a:gd name="connsiteY284" fmla="*/ 2008313 h 3388079"/>
              <a:gd name="connsiteX285" fmla="*/ 0 w 12188825"/>
              <a:gd name="connsiteY285" fmla="*/ 2065714 h 3388079"/>
              <a:gd name="connsiteX286" fmla="*/ 0 w 12188825"/>
              <a:gd name="connsiteY286" fmla="*/ 2268260 h 3388079"/>
              <a:gd name="connsiteX287" fmla="*/ 0 w 12188825"/>
              <a:gd name="connsiteY287" fmla="*/ 2247032 h 3388079"/>
              <a:gd name="connsiteX288" fmla="*/ 2663538 w 12188825"/>
              <a:gd name="connsiteY288" fmla="*/ 2055814 h 3388079"/>
              <a:gd name="connsiteX289" fmla="*/ 3264256 w 12188825"/>
              <a:gd name="connsiteY289" fmla="*/ 2406616 h 3388079"/>
              <a:gd name="connsiteX290" fmla="*/ 3447724 w 12188825"/>
              <a:gd name="connsiteY290" fmla="*/ 2564709 h 3388079"/>
              <a:gd name="connsiteX291" fmla="*/ 3447762 w 12188825"/>
              <a:gd name="connsiteY291" fmla="*/ 2564734 h 3388079"/>
              <a:gd name="connsiteX292" fmla="*/ 3447774 w 12188825"/>
              <a:gd name="connsiteY292" fmla="*/ 2564747 h 3388079"/>
              <a:gd name="connsiteX293" fmla="*/ 3919698 w 12188825"/>
              <a:gd name="connsiteY293" fmla="*/ 2934426 h 3388079"/>
              <a:gd name="connsiteX294" fmla="*/ 4640210 w 12188825"/>
              <a:gd name="connsiteY294" fmla="*/ 3076284 h 3388079"/>
              <a:gd name="connsiteX295" fmla="*/ 5239532 w 12188825"/>
              <a:gd name="connsiteY295" fmla="*/ 2772540 h 3388079"/>
              <a:gd name="connsiteX296" fmla="*/ 5321565 w 12188825"/>
              <a:gd name="connsiteY296" fmla="*/ 2716846 h 3388079"/>
              <a:gd name="connsiteX297" fmla="*/ 6409684 w 12188825"/>
              <a:gd name="connsiteY297" fmla="*/ 2336421 h 3388079"/>
              <a:gd name="connsiteX298" fmla="*/ 7054829 w 12188825"/>
              <a:gd name="connsiteY298" fmla="*/ 2716568 h 3388079"/>
              <a:gd name="connsiteX299" fmla="*/ 7074216 w 12188825"/>
              <a:gd name="connsiteY299" fmla="*/ 2731778 h 3388079"/>
              <a:gd name="connsiteX300" fmla="*/ 7755699 w 12188825"/>
              <a:gd name="connsiteY300" fmla="*/ 3150601 h 3388079"/>
              <a:gd name="connsiteX301" fmla="*/ 9254493 w 12188825"/>
              <a:gd name="connsiteY301" fmla="*/ 3330023 h 3388079"/>
              <a:gd name="connsiteX302" fmla="*/ 10608759 w 12188825"/>
              <a:gd name="connsiteY302" fmla="*/ 2711486 h 3388079"/>
              <a:gd name="connsiteX303" fmla="*/ 11780562 w 12188825"/>
              <a:gd name="connsiteY303" fmla="*/ 1651278 h 3388079"/>
              <a:gd name="connsiteX304" fmla="*/ 12188825 w 12188825"/>
              <a:gd name="connsiteY304" fmla="*/ 1104588 h 3388079"/>
              <a:gd name="connsiteX305" fmla="*/ 12188825 w 12188825"/>
              <a:gd name="connsiteY305" fmla="*/ 1133215 h 3388079"/>
              <a:gd name="connsiteX306" fmla="*/ 12106144 w 12188825"/>
              <a:gd name="connsiteY306" fmla="*/ 1257994 h 3388079"/>
              <a:gd name="connsiteX307" fmla="*/ 11012006 w 12188825"/>
              <a:gd name="connsiteY307" fmla="*/ 2425266 h 3388079"/>
              <a:gd name="connsiteX308" fmla="*/ 9764341 w 12188825"/>
              <a:gd name="connsiteY308" fmla="*/ 3212390 h 3388079"/>
              <a:gd name="connsiteX309" fmla="*/ 8288706 w 12188825"/>
              <a:gd name="connsiteY309" fmla="*/ 3337002 h 3388079"/>
              <a:gd name="connsiteX310" fmla="*/ 7588191 w 12188825"/>
              <a:gd name="connsiteY310" fmla="*/ 3093378 h 3388079"/>
              <a:gd name="connsiteX311" fmla="*/ 6979588 w 12188825"/>
              <a:gd name="connsiteY311" fmla="*/ 2681445 h 3388079"/>
              <a:gd name="connsiteX312" fmla="*/ 6978864 w 12188825"/>
              <a:gd name="connsiteY312" fmla="*/ 2680889 h 3388079"/>
              <a:gd name="connsiteX313" fmla="*/ 6934972 w 12188825"/>
              <a:gd name="connsiteY313" fmla="*/ 2647384 h 3388079"/>
              <a:gd name="connsiteX314" fmla="*/ 6187949 w 12188825"/>
              <a:gd name="connsiteY314" fmla="*/ 2334726 h 3388079"/>
              <a:gd name="connsiteX315" fmla="*/ 5562764 w 12188825"/>
              <a:gd name="connsiteY315" fmla="*/ 2578225 h 3388079"/>
              <a:gd name="connsiteX316" fmla="*/ 5348114 w 12188825"/>
              <a:gd name="connsiteY316" fmla="*/ 2721575 h 3388079"/>
              <a:gd name="connsiteX317" fmla="*/ 5348063 w 12188825"/>
              <a:gd name="connsiteY317" fmla="*/ 2721613 h 3388079"/>
              <a:gd name="connsiteX318" fmla="*/ 4391786 w 12188825"/>
              <a:gd name="connsiteY318" fmla="*/ 3119929 h 3388079"/>
              <a:gd name="connsiteX319" fmla="*/ 3473168 w 12188825"/>
              <a:gd name="connsiteY319" fmla="*/ 2607519 h 3388079"/>
              <a:gd name="connsiteX320" fmla="*/ 3093372 w 12188825"/>
              <a:gd name="connsiteY320" fmla="*/ 2301866 h 3388079"/>
              <a:gd name="connsiteX321" fmla="*/ 1687695 w 12188825"/>
              <a:gd name="connsiteY321" fmla="*/ 1907761 h 3388079"/>
              <a:gd name="connsiteX322" fmla="*/ 201907 w 12188825"/>
              <a:gd name="connsiteY322" fmla="*/ 2190478 h 3388079"/>
              <a:gd name="connsiteX323" fmla="*/ 0 w 12188825"/>
              <a:gd name="connsiteY323" fmla="*/ 2268260 h 3388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</a:cxnLst>
            <a:rect l="l" t="t" r="r" b="b"/>
            <a:pathLst>
              <a:path w="12188825" h="3388079">
                <a:moveTo>
                  <a:pt x="0" y="1005224"/>
                </a:moveTo>
                <a:lnTo>
                  <a:pt x="0" y="982319"/>
                </a:lnTo>
                <a:cubicBezTo>
                  <a:pt x="430281" y="1090043"/>
                  <a:pt x="894717" y="959752"/>
                  <a:pt x="1314870" y="770839"/>
                </a:cubicBezTo>
                <a:cubicBezTo>
                  <a:pt x="1495734" y="689526"/>
                  <a:pt x="1673881" y="595031"/>
                  <a:pt x="1852041" y="500528"/>
                </a:cubicBezTo>
                <a:lnTo>
                  <a:pt x="1852041" y="500527"/>
                </a:lnTo>
                <a:cubicBezTo>
                  <a:pt x="2204971" y="313328"/>
                  <a:pt x="2557952" y="126102"/>
                  <a:pt x="2932174" y="41239"/>
                </a:cubicBezTo>
                <a:cubicBezTo>
                  <a:pt x="3456840" y="-77765"/>
                  <a:pt x="3956074" y="70409"/>
                  <a:pt x="4420455" y="362048"/>
                </a:cubicBezTo>
                <a:cubicBezTo>
                  <a:pt x="4694514" y="534165"/>
                  <a:pt x="4955748" y="745426"/>
                  <a:pt x="5217363" y="956991"/>
                </a:cubicBezTo>
                <a:lnTo>
                  <a:pt x="5217376" y="957001"/>
                </a:lnTo>
                <a:cubicBezTo>
                  <a:pt x="5399053" y="1103916"/>
                  <a:pt x="5580895" y="1250974"/>
                  <a:pt x="5767346" y="1385173"/>
                </a:cubicBezTo>
                <a:cubicBezTo>
                  <a:pt x="6110106" y="1631921"/>
                  <a:pt x="6478081" y="1777597"/>
                  <a:pt x="6865381" y="1870804"/>
                </a:cubicBezTo>
                <a:cubicBezTo>
                  <a:pt x="7298402" y="1974935"/>
                  <a:pt x="7740856" y="2021715"/>
                  <a:pt x="8183247" y="2036508"/>
                </a:cubicBezTo>
                <a:cubicBezTo>
                  <a:pt x="8625651" y="2051301"/>
                  <a:pt x="9087632" y="2031703"/>
                  <a:pt x="9538860" y="1972065"/>
                </a:cubicBezTo>
                <a:cubicBezTo>
                  <a:pt x="9922148" y="1921087"/>
                  <a:pt x="10305385" y="1841965"/>
                  <a:pt x="10677499" y="1694960"/>
                </a:cubicBezTo>
                <a:cubicBezTo>
                  <a:pt x="11044218" y="1549992"/>
                  <a:pt x="11399408" y="1339202"/>
                  <a:pt x="11684183" y="986766"/>
                </a:cubicBezTo>
                <a:cubicBezTo>
                  <a:pt x="11889932" y="732115"/>
                  <a:pt x="12044006" y="448165"/>
                  <a:pt x="12188825" y="155924"/>
                </a:cubicBezTo>
                <a:lnTo>
                  <a:pt x="12188825" y="195017"/>
                </a:lnTo>
                <a:cubicBezTo>
                  <a:pt x="12089270" y="391132"/>
                  <a:pt x="11984574" y="582385"/>
                  <a:pt x="11868259" y="761239"/>
                </a:cubicBezTo>
                <a:cubicBezTo>
                  <a:pt x="11639540" y="1112846"/>
                  <a:pt x="11358309" y="1373086"/>
                  <a:pt x="11036093" y="1549752"/>
                </a:cubicBezTo>
                <a:cubicBezTo>
                  <a:pt x="10668967" y="1750996"/>
                  <a:pt x="10279090" y="1863711"/>
                  <a:pt x="9890533" y="1936549"/>
                </a:cubicBezTo>
                <a:cubicBezTo>
                  <a:pt x="9457182" y="2017973"/>
                  <a:pt x="9020276" y="2054322"/>
                  <a:pt x="8585263" y="2060909"/>
                </a:cubicBezTo>
                <a:cubicBezTo>
                  <a:pt x="8126582" y="2067535"/>
                  <a:pt x="7667495" y="2040073"/>
                  <a:pt x="7214883" y="1963025"/>
                </a:cubicBezTo>
                <a:cubicBezTo>
                  <a:pt x="6829538" y="1897418"/>
                  <a:pt x="6440448" y="1799913"/>
                  <a:pt x="6081995" y="1610086"/>
                </a:cubicBezTo>
                <a:cubicBezTo>
                  <a:pt x="5772133" y="1445912"/>
                  <a:pt x="5487232" y="1210150"/>
                  <a:pt x="5203791" y="975607"/>
                </a:cubicBezTo>
                <a:lnTo>
                  <a:pt x="5203791" y="975602"/>
                </a:lnTo>
                <a:lnTo>
                  <a:pt x="5203791" y="975597"/>
                </a:lnTo>
                <a:lnTo>
                  <a:pt x="5203778" y="975593"/>
                </a:lnTo>
                <a:cubicBezTo>
                  <a:pt x="5077585" y="871169"/>
                  <a:pt x="4951685" y="766987"/>
                  <a:pt x="4824007" y="669470"/>
                </a:cubicBezTo>
                <a:cubicBezTo>
                  <a:pt x="4367218" y="320335"/>
                  <a:pt x="3870282" y="17317"/>
                  <a:pt x="3322509" y="16490"/>
                </a:cubicBezTo>
                <a:cubicBezTo>
                  <a:pt x="2804801" y="15641"/>
                  <a:pt x="2315229" y="274915"/>
                  <a:pt x="1826800" y="533579"/>
                </a:cubicBezTo>
                <a:cubicBezTo>
                  <a:pt x="1237742" y="845536"/>
                  <a:pt x="650361" y="1156606"/>
                  <a:pt x="17343" y="1009413"/>
                </a:cubicBezTo>
                <a:cubicBezTo>
                  <a:pt x="11552" y="1008060"/>
                  <a:pt x="5771" y="1006664"/>
                  <a:pt x="0" y="1005224"/>
                </a:cubicBezTo>
                <a:close/>
                <a:moveTo>
                  <a:pt x="0" y="1163985"/>
                </a:moveTo>
                <a:lnTo>
                  <a:pt x="0" y="1142920"/>
                </a:lnTo>
                <a:cubicBezTo>
                  <a:pt x="427759" y="1221807"/>
                  <a:pt x="879410" y="1109953"/>
                  <a:pt x="1298859" y="962935"/>
                </a:cubicBezTo>
                <a:cubicBezTo>
                  <a:pt x="1453429" y="908707"/>
                  <a:pt x="1606906" y="847935"/>
                  <a:pt x="1760295" y="787195"/>
                </a:cubicBezTo>
                <a:cubicBezTo>
                  <a:pt x="2154324" y="631167"/>
                  <a:pt x="2547795" y="475359"/>
                  <a:pt x="2957809" y="431306"/>
                </a:cubicBezTo>
                <a:cubicBezTo>
                  <a:pt x="3504097" y="372942"/>
                  <a:pt x="4060149" y="495313"/>
                  <a:pt x="4572752" y="709094"/>
                </a:cubicBezTo>
                <a:cubicBezTo>
                  <a:pt x="4823842" y="813698"/>
                  <a:pt x="5066819" y="946565"/>
                  <a:pt x="5301149" y="1101053"/>
                </a:cubicBezTo>
                <a:cubicBezTo>
                  <a:pt x="5447034" y="1197174"/>
                  <a:pt x="5588335" y="1303649"/>
                  <a:pt x="5729637" y="1410131"/>
                </a:cubicBezTo>
                <a:lnTo>
                  <a:pt x="5729649" y="1410144"/>
                </a:lnTo>
                <a:lnTo>
                  <a:pt x="5729662" y="1410144"/>
                </a:lnTo>
                <a:cubicBezTo>
                  <a:pt x="5836695" y="1490808"/>
                  <a:pt x="5943728" y="1571460"/>
                  <a:pt x="6052755" y="1647611"/>
                </a:cubicBezTo>
                <a:cubicBezTo>
                  <a:pt x="6379517" y="1875824"/>
                  <a:pt x="6744267" y="2000765"/>
                  <a:pt x="7110669" y="2084818"/>
                </a:cubicBezTo>
                <a:cubicBezTo>
                  <a:pt x="7527222" y="2180478"/>
                  <a:pt x="7952447" y="2221834"/>
                  <a:pt x="8377519" y="2229129"/>
                </a:cubicBezTo>
                <a:cubicBezTo>
                  <a:pt x="8803899" y="2236513"/>
                  <a:pt x="9232286" y="2208950"/>
                  <a:pt x="9657790" y="2137718"/>
                </a:cubicBezTo>
                <a:cubicBezTo>
                  <a:pt x="10036990" y="2074286"/>
                  <a:pt x="10413434" y="1972773"/>
                  <a:pt x="10776267" y="1797991"/>
                </a:cubicBezTo>
                <a:cubicBezTo>
                  <a:pt x="11139101" y="1623209"/>
                  <a:pt x="11457775" y="1386855"/>
                  <a:pt x="11730030" y="1040117"/>
                </a:cubicBezTo>
                <a:cubicBezTo>
                  <a:pt x="11908203" y="813206"/>
                  <a:pt x="12055345" y="559354"/>
                  <a:pt x="12188825" y="293936"/>
                </a:cubicBezTo>
                <a:lnTo>
                  <a:pt x="12188825" y="331738"/>
                </a:lnTo>
                <a:cubicBezTo>
                  <a:pt x="12102716" y="500307"/>
                  <a:pt x="12010932" y="663649"/>
                  <a:pt x="11910196" y="817784"/>
                </a:cubicBezTo>
                <a:cubicBezTo>
                  <a:pt x="11682176" y="1167009"/>
                  <a:pt x="11405922" y="1445684"/>
                  <a:pt x="11092554" y="1645234"/>
                </a:cubicBezTo>
                <a:cubicBezTo>
                  <a:pt x="10370443" y="2105224"/>
                  <a:pt x="9543812" y="2219545"/>
                  <a:pt x="8764235" y="2246868"/>
                </a:cubicBezTo>
                <a:cubicBezTo>
                  <a:pt x="8328853" y="2262128"/>
                  <a:pt x="7892924" y="2241532"/>
                  <a:pt x="7462774" y="2173751"/>
                </a:cubicBezTo>
                <a:cubicBezTo>
                  <a:pt x="7080184" y="2113556"/>
                  <a:pt x="6695588" y="2019515"/>
                  <a:pt x="6337364" y="1840814"/>
                </a:cubicBezTo>
                <a:cubicBezTo>
                  <a:pt x="6137442" y="1741286"/>
                  <a:pt x="5952971" y="1602550"/>
                  <a:pt x="5768540" y="1463461"/>
                </a:cubicBezTo>
                <a:cubicBezTo>
                  <a:pt x="5517792" y="1274430"/>
                  <a:pt x="5266462" y="1089870"/>
                  <a:pt x="4999742" y="940002"/>
                </a:cubicBezTo>
                <a:cubicBezTo>
                  <a:pt x="4490782" y="654192"/>
                  <a:pt x="3931201" y="471788"/>
                  <a:pt x="3370363" y="440825"/>
                </a:cubicBezTo>
                <a:cubicBezTo>
                  <a:pt x="3073692" y="424697"/>
                  <a:pt x="2774964" y="462292"/>
                  <a:pt x="2481848" y="545819"/>
                </a:cubicBezTo>
                <a:cubicBezTo>
                  <a:pt x="2234796" y="616218"/>
                  <a:pt x="1990791" y="713995"/>
                  <a:pt x="1747459" y="811509"/>
                </a:cubicBezTo>
                <a:lnTo>
                  <a:pt x="1747459" y="811509"/>
                </a:lnTo>
                <a:cubicBezTo>
                  <a:pt x="1702081" y="829694"/>
                  <a:pt x="1656715" y="847869"/>
                  <a:pt x="1611375" y="865857"/>
                </a:cubicBezTo>
                <a:cubicBezTo>
                  <a:pt x="1102495" y="1068019"/>
                  <a:pt x="562706" y="1250580"/>
                  <a:pt x="35443" y="1169900"/>
                </a:cubicBezTo>
                <a:cubicBezTo>
                  <a:pt x="23603" y="1168076"/>
                  <a:pt x="11788" y="1166104"/>
                  <a:pt x="0" y="1163985"/>
                </a:cubicBezTo>
                <a:close/>
                <a:moveTo>
                  <a:pt x="0" y="1329328"/>
                </a:moveTo>
                <a:lnTo>
                  <a:pt x="0" y="1309376"/>
                </a:lnTo>
                <a:cubicBezTo>
                  <a:pt x="432501" y="1355335"/>
                  <a:pt x="879083" y="1251528"/>
                  <a:pt x="1304839" y="1134366"/>
                </a:cubicBezTo>
                <a:cubicBezTo>
                  <a:pt x="1405994" y="1106506"/>
                  <a:pt x="1507047" y="1076983"/>
                  <a:pt x="1608112" y="1047457"/>
                </a:cubicBezTo>
                <a:lnTo>
                  <a:pt x="1608125" y="1047450"/>
                </a:lnTo>
                <a:lnTo>
                  <a:pt x="1608138" y="1047449"/>
                </a:lnTo>
                <a:cubicBezTo>
                  <a:pt x="2040879" y="921017"/>
                  <a:pt x="2473811" y="794532"/>
                  <a:pt x="2915935" y="798445"/>
                </a:cubicBezTo>
                <a:cubicBezTo>
                  <a:pt x="3199643" y="801129"/>
                  <a:pt x="3479973" y="843191"/>
                  <a:pt x="3759694" y="890075"/>
                </a:cubicBezTo>
                <a:cubicBezTo>
                  <a:pt x="3880528" y="910294"/>
                  <a:pt x="4001706" y="927957"/>
                  <a:pt x="4122908" y="945622"/>
                </a:cubicBezTo>
                <a:lnTo>
                  <a:pt x="4122921" y="945625"/>
                </a:lnTo>
                <a:lnTo>
                  <a:pt x="4122934" y="945626"/>
                </a:lnTo>
                <a:lnTo>
                  <a:pt x="4122947" y="945627"/>
                </a:lnTo>
                <a:lnTo>
                  <a:pt x="4122947" y="945628"/>
                </a:lnTo>
                <a:lnTo>
                  <a:pt x="4122959" y="945630"/>
                </a:lnTo>
                <a:lnTo>
                  <a:pt x="4122972" y="945631"/>
                </a:lnTo>
                <a:lnTo>
                  <a:pt x="4122985" y="945634"/>
                </a:lnTo>
                <a:cubicBezTo>
                  <a:pt x="4264883" y="966314"/>
                  <a:pt x="4406794" y="986999"/>
                  <a:pt x="4548172" y="1011789"/>
                </a:cubicBezTo>
                <a:cubicBezTo>
                  <a:pt x="4793738" y="1054825"/>
                  <a:pt x="5037540" y="1114766"/>
                  <a:pt x="5272137" y="1214708"/>
                </a:cubicBezTo>
                <a:cubicBezTo>
                  <a:pt x="5522782" y="1321716"/>
                  <a:pt x="5753164" y="1479745"/>
                  <a:pt x="5980600" y="1649368"/>
                </a:cubicBezTo>
                <a:lnTo>
                  <a:pt x="5994071" y="1659433"/>
                </a:lnTo>
                <a:lnTo>
                  <a:pt x="6002527" y="1665742"/>
                </a:lnTo>
                <a:lnTo>
                  <a:pt x="6002540" y="1665754"/>
                </a:lnTo>
                <a:cubicBezTo>
                  <a:pt x="6181119" y="1799116"/>
                  <a:pt x="6358441" y="1931543"/>
                  <a:pt x="6551735" y="2027594"/>
                </a:cubicBezTo>
                <a:cubicBezTo>
                  <a:pt x="6724042" y="2112975"/>
                  <a:pt x="6902786" y="2178303"/>
                  <a:pt x="7083295" y="2230217"/>
                </a:cubicBezTo>
                <a:cubicBezTo>
                  <a:pt x="7493995" y="2348735"/>
                  <a:pt x="7917289" y="2402128"/>
                  <a:pt x="8340293" y="2416225"/>
                </a:cubicBezTo>
                <a:cubicBezTo>
                  <a:pt x="9143562" y="2442726"/>
                  <a:pt x="9988463" y="2351972"/>
                  <a:pt x="10752816" y="1950976"/>
                </a:cubicBezTo>
                <a:cubicBezTo>
                  <a:pt x="11111929" y="1762362"/>
                  <a:pt x="11449497" y="1500961"/>
                  <a:pt x="11733534" y="1147769"/>
                </a:cubicBezTo>
                <a:cubicBezTo>
                  <a:pt x="11906362" y="933132"/>
                  <a:pt x="12055916" y="690429"/>
                  <a:pt x="12188825" y="432683"/>
                </a:cubicBezTo>
                <a:lnTo>
                  <a:pt x="12188825" y="469805"/>
                </a:lnTo>
                <a:cubicBezTo>
                  <a:pt x="12113788" y="613684"/>
                  <a:pt x="12033342" y="752734"/>
                  <a:pt x="11946064" y="885015"/>
                </a:cubicBezTo>
                <a:cubicBezTo>
                  <a:pt x="11703570" y="1252661"/>
                  <a:pt x="11410784" y="1552735"/>
                  <a:pt x="11083628" y="1775625"/>
                </a:cubicBezTo>
                <a:cubicBezTo>
                  <a:pt x="10365135" y="2265428"/>
                  <a:pt x="9547253" y="2411294"/>
                  <a:pt x="8760959" y="2437100"/>
                </a:cubicBezTo>
                <a:cubicBezTo>
                  <a:pt x="8324321" y="2451564"/>
                  <a:pt x="7886792" y="2423913"/>
                  <a:pt x="7457492" y="2340896"/>
                </a:cubicBezTo>
                <a:cubicBezTo>
                  <a:pt x="7084983" y="2268576"/>
                  <a:pt x="6710558" y="2157530"/>
                  <a:pt x="6370655" y="1950963"/>
                </a:cubicBezTo>
                <a:cubicBezTo>
                  <a:pt x="6239256" y="1871120"/>
                  <a:pt x="6113927" y="1776358"/>
                  <a:pt x="5988573" y="1681584"/>
                </a:cubicBezTo>
                <a:lnTo>
                  <a:pt x="5988573" y="1681584"/>
                </a:lnTo>
                <a:lnTo>
                  <a:pt x="5988573" y="1681584"/>
                </a:lnTo>
                <a:cubicBezTo>
                  <a:pt x="5904724" y="1618190"/>
                  <a:pt x="5820875" y="1554784"/>
                  <a:pt x="5735172" y="1495828"/>
                </a:cubicBezTo>
                <a:cubicBezTo>
                  <a:pt x="5492551" y="1328923"/>
                  <a:pt x="5235431" y="1206159"/>
                  <a:pt x="4966172" y="1127358"/>
                </a:cubicBezTo>
                <a:cubicBezTo>
                  <a:pt x="4711476" y="1052814"/>
                  <a:pt x="4470595" y="1017831"/>
                  <a:pt x="4222031" y="981730"/>
                </a:cubicBezTo>
                <a:cubicBezTo>
                  <a:pt x="4214223" y="980597"/>
                  <a:pt x="4206414" y="979463"/>
                  <a:pt x="4198606" y="978327"/>
                </a:cubicBezTo>
                <a:cubicBezTo>
                  <a:pt x="4192194" y="977395"/>
                  <a:pt x="4185782" y="976462"/>
                  <a:pt x="4179358" y="975526"/>
                </a:cubicBezTo>
                <a:cubicBezTo>
                  <a:pt x="4069112" y="959582"/>
                  <a:pt x="3959057" y="941508"/>
                  <a:pt x="3848990" y="923432"/>
                </a:cubicBezTo>
                <a:cubicBezTo>
                  <a:pt x="3682181" y="896038"/>
                  <a:pt x="3515308" y="868634"/>
                  <a:pt x="3347623" y="848614"/>
                </a:cubicBezTo>
                <a:cubicBezTo>
                  <a:pt x="3069273" y="815384"/>
                  <a:pt x="2777935" y="805547"/>
                  <a:pt x="2491929" y="848922"/>
                </a:cubicBezTo>
                <a:cubicBezTo>
                  <a:pt x="2205924" y="892298"/>
                  <a:pt x="1917747" y="976529"/>
                  <a:pt x="1633518" y="1060696"/>
                </a:cubicBezTo>
                <a:cubicBezTo>
                  <a:pt x="1117720" y="1213355"/>
                  <a:pt x="587211" y="1369470"/>
                  <a:pt x="60847" y="1334385"/>
                </a:cubicBezTo>
                <a:cubicBezTo>
                  <a:pt x="40524" y="1333045"/>
                  <a:pt x="20241" y="1331363"/>
                  <a:pt x="0" y="1329328"/>
                </a:cubicBezTo>
                <a:close/>
                <a:moveTo>
                  <a:pt x="0" y="1503123"/>
                </a:moveTo>
                <a:lnTo>
                  <a:pt x="0" y="1482388"/>
                </a:lnTo>
                <a:cubicBezTo>
                  <a:pt x="424666" y="1489708"/>
                  <a:pt x="853550" y="1397184"/>
                  <a:pt x="1274024" y="1306481"/>
                </a:cubicBezTo>
                <a:lnTo>
                  <a:pt x="1274024" y="1306481"/>
                </a:lnTo>
                <a:lnTo>
                  <a:pt x="1290479" y="1302928"/>
                </a:lnTo>
                <a:cubicBezTo>
                  <a:pt x="1339234" y="1292422"/>
                  <a:pt x="1388244" y="1281649"/>
                  <a:pt x="1437456" y="1270839"/>
                </a:cubicBezTo>
                <a:cubicBezTo>
                  <a:pt x="1904199" y="1168325"/>
                  <a:pt x="2389873" y="1061646"/>
                  <a:pt x="2862939" y="1122716"/>
                </a:cubicBezTo>
                <a:cubicBezTo>
                  <a:pt x="3053936" y="1147526"/>
                  <a:pt x="3242558" y="1191658"/>
                  <a:pt x="3431015" y="1235750"/>
                </a:cubicBezTo>
                <a:cubicBezTo>
                  <a:pt x="3502865" y="1252562"/>
                  <a:pt x="3574703" y="1269373"/>
                  <a:pt x="3646630" y="1285101"/>
                </a:cubicBezTo>
                <a:cubicBezTo>
                  <a:pt x="3907217" y="1342072"/>
                  <a:pt x="4179332" y="1374161"/>
                  <a:pt x="4451639" y="1374641"/>
                </a:cubicBezTo>
                <a:cubicBezTo>
                  <a:pt x="4506983" y="1374768"/>
                  <a:pt x="4562392" y="1374249"/>
                  <a:pt x="4617813" y="1373731"/>
                </a:cubicBezTo>
                <a:lnTo>
                  <a:pt x="4617838" y="1373731"/>
                </a:lnTo>
                <a:lnTo>
                  <a:pt x="4617851" y="1373731"/>
                </a:lnTo>
                <a:cubicBezTo>
                  <a:pt x="4812961" y="1371898"/>
                  <a:pt x="5008236" y="1370052"/>
                  <a:pt x="5201581" y="1396957"/>
                </a:cubicBezTo>
                <a:cubicBezTo>
                  <a:pt x="5449865" y="1431498"/>
                  <a:pt x="5686671" y="1519092"/>
                  <a:pt x="5909054" y="1660558"/>
                </a:cubicBezTo>
                <a:cubicBezTo>
                  <a:pt x="6016658" y="1729097"/>
                  <a:pt x="6120136" y="1807259"/>
                  <a:pt x="6223614" y="1885420"/>
                </a:cubicBezTo>
                <a:lnTo>
                  <a:pt x="6223627" y="1885420"/>
                </a:lnTo>
                <a:lnTo>
                  <a:pt x="6223627" y="1885420"/>
                </a:lnTo>
                <a:cubicBezTo>
                  <a:pt x="6328933" y="1964959"/>
                  <a:pt x="6434227" y="2044486"/>
                  <a:pt x="6543876" y="2113898"/>
                </a:cubicBezTo>
                <a:cubicBezTo>
                  <a:pt x="6704984" y="2215854"/>
                  <a:pt x="6874625" y="2294445"/>
                  <a:pt x="7047426" y="2358319"/>
                </a:cubicBezTo>
                <a:cubicBezTo>
                  <a:pt x="7449671" y="2506461"/>
                  <a:pt x="7870172" y="2576682"/>
                  <a:pt x="8290344" y="2600654"/>
                </a:cubicBezTo>
                <a:cubicBezTo>
                  <a:pt x="9100583" y="2647118"/>
                  <a:pt x="9949535" y="2540320"/>
                  <a:pt x="10714384" y="2110851"/>
                </a:cubicBezTo>
                <a:cubicBezTo>
                  <a:pt x="11089266" y="1900440"/>
                  <a:pt x="11442412" y="1616521"/>
                  <a:pt x="11743336" y="1247868"/>
                </a:cubicBezTo>
                <a:cubicBezTo>
                  <a:pt x="11909993" y="1043632"/>
                  <a:pt x="12058417" y="815668"/>
                  <a:pt x="12188825" y="571097"/>
                </a:cubicBezTo>
                <a:lnTo>
                  <a:pt x="12188825" y="606438"/>
                </a:lnTo>
                <a:cubicBezTo>
                  <a:pt x="12120555" y="733342"/>
                  <a:pt x="12047270" y="855805"/>
                  <a:pt x="11968588" y="972822"/>
                </a:cubicBezTo>
                <a:cubicBezTo>
                  <a:pt x="11700446" y="1371645"/>
                  <a:pt x="11402569" y="1669269"/>
                  <a:pt x="11063733" y="1911806"/>
                </a:cubicBezTo>
                <a:cubicBezTo>
                  <a:pt x="10338117" y="2430993"/>
                  <a:pt x="9522227" y="2611072"/>
                  <a:pt x="8718616" y="2629026"/>
                </a:cubicBezTo>
                <a:cubicBezTo>
                  <a:pt x="7919779" y="2646625"/>
                  <a:pt x="7065811" y="2528890"/>
                  <a:pt x="6370261" y="2017657"/>
                </a:cubicBezTo>
                <a:cubicBezTo>
                  <a:pt x="6329022" y="1987313"/>
                  <a:pt x="6287936" y="1956437"/>
                  <a:pt x="6246811" y="1925525"/>
                </a:cubicBezTo>
                <a:lnTo>
                  <a:pt x="6246786" y="1925512"/>
                </a:lnTo>
                <a:lnTo>
                  <a:pt x="6246786" y="1925499"/>
                </a:lnTo>
                <a:cubicBezTo>
                  <a:pt x="6058735" y="1784185"/>
                  <a:pt x="5870075" y="1642402"/>
                  <a:pt x="5663703" y="1549410"/>
                </a:cubicBezTo>
                <a:cubicBezTo>
                  <a:pt x="5412207" y="1436088"/>
                  <a:pt x="5156292" y="1401698"/>
                  <a:pt x="4893877" y="1395326"/>
                </a:cubicBezTo>
                <a:cubicBezTo>
                  <a:pt x="4797750" y="1393037"/>
                  <a:pt x="4701560" y="1393796"/>
                  <a:pt x="4605370" y="1394555"/>
                </a:cubicBezTo>
                <a:lnTo>
                  <a:pt x="4605357" y="1394555"/>
                </a:lnTo>
                <a:lnTo>
                  <a:pt x="4605345" y="1394555"/>
                </a:lnTo>
                <a:lnTo>
                  <a:pt x="4605332" y="1394555"/>
                </a:lnTo>
                <a:lnTo>
                  <a:pt x="4605332" y="1394555"/>
                </a:lnTo>
                <a:lnTo>
                  <a:pt x="4605319" y="1394555"/>
                </a:lnTo>
                <a:lnTo>
                  <a:pt x="4605307" y="1394555"/>
                </a:lnTo>
                <a:cubicBezTo>
                  <a:pt x="4441545" y="1395832"/>
                  <a:pt x="4277795" y="1397121"/>
                  <a:pt x="4114516" y="1383403"/>
                </a:cubicBezTo>
                <a:cubicBezTo>
                  <a:pt x="3886852" y="1364185"/>
                  <a:pt x="3662983" y="1312006"/>
                  <a:pt x="3439496" y="1259903"/>
                </a:cubicBezTo>
                <a:lnTo>
                  <a:pt x="3439496" y="1259903"/>
                </a:lnTo>
                <a:cubicBezTo>
                  <a:pt x="3388811" y="1248084"/>
                  <a:pt x="3338138" y="1236272"/>
                  <a:pt x="3287440" y="1224851"/>
                </a:cubicBezTo>
                <a:cubicBezTo>
                  <a:pt x="3027006" y="1165798"/>
                  <a:pt x="2766927" y="1119980"/>
                  <a:pt x="2500055" y="1127891"/>
                </a:cubicBezTo>
                <a:cubicBezTo>
                  <a:pt x="2213948" y="1136504"/>
                  <a:pt x="1928361" y="1188598"/>
                  <a:pt x="1644615" y="1248123"/>
                </a:cubicBezTo>
                <a:cubicBezTo>
                  <a:pt x="1554393" y="1267059"/>
                  <a:pt x="1464094" y="1286821"/>
                  <a:pt x="1373731" y="1306607"/>
                </a:cubicBezTo>
                <a:lnTo>
                  <a:pt x="1373719" y="1306607"/>
                </a:lnTo>
                <a:lnTo>
                  <a:pt x="1373706" y="1306607"/>
                </a:lnTo>
                <a:lnTo>
                  <a:pt x="1373706" y="1306607"/>
                </a:lnTo>
                <a:lnTo>
                  <a:pt x="1373693" y="1306620"/>
                </a:lnTo>
                <a:cubicBezTo>
                  <a:pt x="951478" y="1399030"/>
                  <a:pt x="527591" y="1491820"/>
                  <a:pt x="101997" y="1502428"/>
                </a:cubicBezTo>
                <a:cubicBezTo>
                  <a:pt x="67969" y="1503300"/>
                  <a:pt x="33965" y="1503540"/>
                  <a:pt x="0" y="1503123"/>
                </a:cubicBezTo>
                <a:close/>
                <a:moveTo>
                  <a:pt x="0" y="1682659"/>
                </a:moveTo>
                <a:lnTo>
                  <a:pt x="0" y="1662189"/>
                </a:lnTo>
                <a:cubicBezTo>
                  <a:pt x="324654" y="1635992"/>
                  <a:pt x="648758" y="1576770"/>
                  <a:pt x="972352" y="1517638"/>
                </a:cubicBezTo>
                <a:lnTo>
                  <a:pt x="972360" y="1517638"/>
                </a:lnTo>
                <a:lnTo>
                  <a:pt x="972380" y="1517638"/>
                </a:lnTo>
                <a:cubicBezTo>
                  <a:pt x="1081271" y="1497737"/>
                  <a:pt x="1190104" y="1477849"/>
                  <a:pt x="1298884" y="1459238"/>
                </a:cubicBezTo>
                <a:cubicBezTo>
                  <a:pt x="1806485" y="1372365"/>
                  <a:pt x="2336369" y="1293711"/>
                  <a:pt x="2842815" y="1411471"/>
                </a:cubicBezTo>
                <a:cubicBezTo>
                  <a:pt x="3006082" y="1449465"/>
                  <a:pt x="3165298" y="1509521"/>
                  <a:pt x="3324312" y="1569513"/>
                </a:cubicBezTo>
                <a:lnTo>
                  <a:pt x="3324324" y="1569513"/>
                </a:lnTo>
                <a:lnTo>
                  <a:pt x="3324350" y="1569526"/>
                </a:lnTo>
                <a:cubicBezTo>
                  <a:pt x="3403247" y="1599288"/>
                  <a:pt x="3482106" y="1629025"/>
                  <a:pt x="3561384" y="1656057"/>
                </a:cubicBezTo>
                <a:cubicBezTo>
                  <a:pt x="3819711" y="1744156"/>
                  <a:pt x="4081301" y="1805375"/>
                  <a:pt x="4352185" y="1792883"/>
                </a:cubicBezTo>
                <a:cubicBezTo>
                  <a:pt x="4516150" y="1785196"/>
                  <a:pt x="4680154" y="1755914"/>
                  <a:pt x="4843992" y="1726670"/>
                </a:cubicBezTo>
                <a:cubicBezTo>
                  <a:pt x="5147735" y="1672443"/>
                  <a:pt x="5450894" y="1618329"/>
                  <a:pt x="5752021" y="1702079"/>
                </a:cubicBezTo>
                <a:cubicBezTo>
                  <a:pt x="6023222" y="1777509"/>
                  <a:pt x="6252525" y="1949117"/>
                  <a:pt x="6481179" y="2120245"/>
                </a:cubicBezTo>
                <a:cubicBezTo>
                  <a:pt x="6643367" y="2241634"/>
                  <a:pt x="6805225" y="2362757"/>
                  <a:pt x="6981455" y="2449136"/>
                </a:cubicBezTo>
                <a:cubicBezTo>
                  <a:pt x="7368310" y="2638925"/>
                  <a:pt x="7782984" y="2735141"/>
                  <a:pt x="8197963" y="2776460"/>
                </a:cubicBezTo>
                <a:cubicBezTo>
                  <a:pt x="9028733" y="2858818"/>
                  <a:pt x="9895472" y="2735230"/>
                  <a:pt x="10674148" y="2270953"/>
                </a:cubicBezTo>
                <a:cubicBezTo>
                  <a:pt x="11273685" y="1913488"/>
                  <a:pt x="11808572" y="1392506"/>
                  <a:pt x="12188825" y="707899"/>
                </a:cubicBezTo>
                <a:lnTo>
                  <a:pt x="12188825" y="734219"/>
                </a:lnTo>
                <a:cubicBezTo>
                  <a:pt x="11882937" y="1277502"/>
                  <a:pt x="11479664" y="1725203"/>
                  <a:pt x="11025656" y="2060252"/>
                </a:cubicBezTo>
                <a:cubicBezTo>
                  <a:pt x="10668193" y="2324055"/>
                  <a:pt x="10285019" y="2525527"/>
                  <a:pt x="9889149" y="2644754"/>
                </a:cubicBezTo>
                <a:cubicBezTo>
                  <a:pt x="9493279" y="2763993"/>
                  <a:pt x="9051993" y="2820876"/>
                  <a:pt x="8632532" y="2819548"/>
                </a:cubicBezTo>
                <a:cubicBezTo>
                  <a:pt x="8213072" y="2818221"/>
                  <a:pt x="7785219" y="2762413"/>
                  <a:pt x="7377592" y="2630556"/>
                </a:cubicBezTo>
                <a:cubicBezTo>
                  <a:pt x="7187014" y="2568894"/>
                  <a:pt x="6999776" y="2490075"/>
                  <a:pt x="6820892" y="2386842"/>
                </a:cubicBezTo>
                <a:cubicBezTo>
                  <a:pt x="6689240" y="2310717"/>
                  <a:pt x="6565231" y="2216865"/>
                  <a:pt x="6441210" y="2123001"/>
                </a:cubicBezTo>
                <a:lnTo>
                  <a:pt x="6441197" y="2122988"/>
                </a:lnTo>
                <a:lnTo>
                  <a:pt x="6441197" y="2122988"/>
                </a:lnTo>
                <a:cubicBezTo>
                  <a:pt x="6373181" y="2071517"/>
                  <a:pt x="6305165" y="2020046"/>
                  <a:pt x="6235892" y="1971483"/>
                </a:cubicBezTo>
                <a:cubicBezTo>
                  <a:pt x="6000229" y="1806475"/>
                  <a:pt x="5753354" y="1694531"/>
                  <a:pt x="5481036" y="1679801"/>
                </a:cubicBezTo>
                <a:cubicBezTo>
                  <a:pt x="5271146" y="1668599"/>
                  <a:pt x="5061537" y="1707123"/>
                  <a:pt x="4852651" y="1745534"/>
                </a:cubicBezTo>
                <a:lnTo>
                  <a:pt x="4852651" y="1745534"/>
                </a:lnTo>
                <a:cubicBezTo>
                  <a:pt x="4818916" y="1751729"/>
                  <a:pt x="4785193" y="1757924"/>
                  <a:pt x="4751496" y="1763917"/>
                </a:cubicBezTo>
                <a:cubicBezTo>
                  <a:pt x="4509155" y="1806955"/>
                  <a:pt x="4263181" y="1834796"/>
                  <a:pt x="4020332" y="1797852"/>
                </a:cubicBezTo>
                <a:cubicBezTo>
                  <a:pt x="3777203" y="1760883"/>
                  <a:pt x="3541984" y="1673631"/>
                  <a:pt x="3308301" y="1586936"/>
                </a:cubicBezTo>
                <a:lnTo>
                  <a:pt x="3308276" y="1586936"/>
                </a:lnTo>
                <a:lnTo>
                  <a:pt x="3290424" y="1580311"/>
                </a:lnTo>
                <a:cubicBezTo>
                  <a:pt x="3284165" y="1577984"/>
                  <a:pt x="3277905" y="1575670"/>
                  <a:pt x="3271646" y="1573344"/>
                </a:cubicBezTo>
                <a:cubicBezTo>
                  <a:pt x="3013611" y="1477634"/>
                  <a:pt x="2757430" y="1399764"/>
                  <a:pt x="2486482" y="1380622"/>
                </a:cubicBezTo>
                <a:cubicBezTo>
                  <a:pt x="2210278" y="1361454"/>
                  <a:pt x="1932234" y="1385590"/>
                  <a:pt x="1655788" y="1424089"/>
                </a:cubicBezTo>
                <a:cubicBezTo>
                  <a:pt x="1436288" y="1454699"/>
                  <a:pt x="1217289" y="1494311"/>
                  <a:pt x="998293" y="1533922"/>
                </a:cubicBezTo>
                <a:lnTo>
                  <a:pt x="998280" y="1533935"/>
                </a:lnTo>
                <a:lnTo>
                  <a:pt x="998277" y="1533935"/>
                </a:lnTo>
                <a:cubicBezTo>
                  <a:pt x="703788" y="1587201"/>
                  <a:pt x="409310" y="1640480"/>
                  <a:pt x="113653" y="1671823"/>
                </a:cubicBezTo>
                <a:cubicBezTo>
                  <a:pt x="75767" y="1675907"/>
                  <a:pt x="37885" y="1679523"/>
                  <a:pt x="0" y="1682659"/>
                </a:cubicBezTo>
                <a:close/>
                <a:moveTo>
                  <a:pt x="0" y="1870551"/>
                </a:moveTo>
                <a:lnTo>
                  <a:pt x="0" y="1849829"/>
                </a:lnTo>
                <a:cubicBezTo>
                  <a:pt x="135001" y="1824909"/>
                  <a:pt x="269877" y="1798434"/>
                  <a:pt x="404746" y="1771971"/>
                </a:cubicBezTo>
                <a:lnTo>
                  <a:pt x="404754" y="1771971"/>
                </a:lnTo>
                <a:cubicBezTo>
                  <a:pt x="710535" y="1711953"/>
                  <a:pt x="1016283" y="1651935"/>
                  <a:pt x="1323389" y="1610098"/>
                </a:cubicBezTo>
                <a:cubicBezTo>
                  <a:pt x="1820414" y="1542292"/>
                  <a:pt x="2330872" y="1514022"/>
                  <a:pt x="2813994" y="1666943"/>
                </a:cubicBezTo>
                <a:cubicBezTo>
                  <a:pt x="3004368" y="1727100"/>
                  <a:pt x="3185880" y="1822317"/>
                  <a:pt x="3367087" y="1917382"/>
                </a:cubicBezTo>
                <a:cubicBezTo>
                  <a:pt x="3661612" y="2071897"/>
                  <a:pt x="3955350" y="2225994"/>
                  <a:pt x="4285070" y="2228409"/>
                </a:cubicBezTo>
                <a:cubicBezTo>
                  <a:pt x="4534573" y="2230242"/>
                  <a:pt x="4774820" y="2145266"/>
                  <a:pt x="5015295" y="2060227"/>
                </a:cubicBezTo>
                <a:lnTo>
                  <a:pt x="5015295" y="2060227"/>
                </a:lnTo>
                <a:cubicBezTo>
                  <a:pt x="5210368" y="1991245"/>
                  <a:pt x="5405566" y="1922199"/>
                  <a:pt x="5605971" y="1899416"/>
                </a:cubicBezTo>
                <a:cubicBezTo>
                  <a:pt x="5825180" y="1874521"/>
                  <a:pt x="6037874" y="1917622"/>
                  <a:pt x="6237974" y="2025508"/>
                </a:cubicBezTo>
                <a:cubicBezTo>
                  <a:pt x="6381117" y="2102721"/>
                  <a:pt x="6513861" y="2204336"/>
                  <a:pt x="6646668" y="2306013"/>
                </a:cubicBezTo>
                <a:lnTo>
                  <a:pt x="6646681" y="2306026"/>
                </a:lnTo>
                <a:cubicBezTo>
                  <a:pt x="6717376" y="2360140"/>
                  <a:pt x="6788097" y="2414291"/>
                  <a:pt x="6860417" y="2464763"/>
                </a:cubicBezTo>
                <a:cubicBezTo>
                  <a:pt x="7228939" y="2722397"/>
                  <a:pt x="7644539" y="2863863"/>
                  <a:pt x="8061283" y="2935197"/>
                </a:cubicBezTo>
                <a:cubicBezTo>
                  <a:pt x="8911149" y="3080444"/>
                  <a:pt x="9802012" y="2946778"/>
                  <a:pt x="10597727" y="2454181"/>
                </a:cubicBezTo>
                <a:cubicBezTo>
                  <a:pt x="11191842" y="2086146"/>
                  <a:pt x="11783052" y="1552318"/>
                  <a:pt x="12188825" y="847281"/>
                </a:cubicBezTo>
                <a:lnTo>
                  <a:pt x="12188825" y="876995"/>
                </a:lnTo>
                <a:cubicBezTo>
                  <a:pt x="11866240" y="1427541"/>
                  <a:pt x="11430249" y="1875596"/>
                  <a:pt x="10979084" y="2216094"/>
                </a:cubicBezTo>
                <a:cubicBezTo>
                  <a:pt x="10608938" y="2495310"/>
                  <a:pt x="10214883" y="2719982"/>
                  <a:pt x="9802647" y="2847414"/>
                </a:cubicBezTo>
                <a:cubicBezTo>
                  <a:pt x="9378577" y="2978526"/>
                  <a:pt x="8941671" y="3025647"/>
                  <a:pt x="8511520" y="3005127"/>
                </a:cubicBezTo>
                <a:cubicBezTo>
                  <a:pt x="8081356" y="2984607"/>
                  <a:pt x="7662848" y="2897848"/>
                  <a:pt x="7265581" y="2717390"/>
                </a:cubicBezTo>
                <a:cubicBezTo>
                  <a:pt x="7073429" y="2630227"/>
                  <a:pt x="6892920" y="2516803"/>
                  <a:pt x="6717782" y="2383606"/>
                </a:cubicBezTo>
                <a:cubicBezTo>
                  <a:pt x="6697531" y="2368181"/>
                  <a:pt x="6677280" y="2352655"/>
                  <a:pt x="6657003" y="2337103"/>
                </a:cubicBezTo>
                <a:cubicBezTo>
                  <a:pt x="6459760" y="2185851"/>
                  <a:pt x="6260054" y="2032702"/>
                  <a:pt x="6035094" y="1959484"/>
                </a:cubicBezTo>
                <a:cubicBezTo>
                  <a:pt x="5694987" y="1849133"/>
                  <a:pt x="5361725" y="1965300"/>
                  <a:pt x="5028360" y="2081505"/>
                </a:cubicBezTo>
                <a:cubicBezTo>
                  <a:pt x="4915144" y="2120965"/>
                  <a:pt x="4801915" y="2160438"/>
                  <a:pt x="4688406" y="2191047"/>
                </a:cubicBezTo>
                <a:cubicBezTo>
                  <a:pt x="4452451" y="2254707"/>
                  <a:pt x="4217004" y="2267995"/>
                  <a:pt x="3983435" y="2208103"/>
                </a:cubicBezTo>
                <a:cubicBezTo>
                  <a:pt x="3745905" y="2147124"/>
                  <a:pt x="3522672" y="2028302"/>
                  <a:pt x="3300531" y="1910074"/>
                </a:cubicBezTo>
                <a:cubicBezTo>
                  <a:pt x="3293687" y="1906433"/>
                  <a:pt x="3286856" y="1902792"/>
                  <a:pt x="3280013" y="1899163"/>
                </a:cubicBezTo>
                <a:cubicBezTo>
                  <a:pt x="3276826" y="1897456"/>
                  <a:pt x="3273627" y="1895762"/>
                  <a:pt x="3270427" y="1894055"/>
                </a:cubicBezTo>
                <a:cubicBezTo>
                  <a:pt x="3038319" y="1770656"/>
                  <a:pt x="2792282" y="1665375"/>
                  <a:pt x="2533803" y="1619328"/>
                </a:cubicBezTo>
                <a:cubicBezTo>
                  <a:pt x="2272454" y="1572725"/>
                  <a:pt x="2006471" y="1568527"/>
                  <a:pt x="1741224" y="1586645"/>
                </a:cubicBezTo>
                <a:cubicBezTo>
                  <a:pt x="1290492" y="1617684"/>
                  <a:pt x="841958" y="1706099"/>
                  <a:pt x="394018" y="1794413"/>
                </a:cubicBezTo>
                <a:cubicBezTo>
                  <a:pt x="319472" y="1809105"/>
                  <a:pt x="244942" y="1823796"/>
                  <a:pt x="170421" y="1838222"/>
                </a:cubicBezTo>
                <a:cubicBezTo>
                  <a:pt x="113612" y="1849146"/>
                  <a:pt x="56809" y="1859981"/>
                  <a:pt x="0" y="1870551"/>
                </a:cubicBezTo>
                <a:close/>
                <a:moveTo>
                  <a:pt x="0" y="2065714"/>
                </a:moveTo>
                <a:lnTo>
                  <a:pt x="0" y="2044890"/>
                </a:lnTo>
                <a:cubicBezTo>
                  <a:pt x="455157" y="1911111"/>
                  <a:pt x="914734" y="1801797"/>
                  <a:pt x="1377337" y="1754056"/>
                </a:cubicBezTo>
                <a:cubicBezTo>
                  <a:pt x="1874489" y="1702584"/>
                  <a:pt x="2385302" y="1720209"/>
                  <a:pt x="2855969" y="1921592"/>
                </a:cubicBezTo>
                <a:cubicBezTo>
                  <a:pt x="3045200" y="2002522"/>
                  <a:pt x="3221964" y="2124847"/>
                  <a:pt x="3398498" y="2247020"/>
                </a:cubicBezTo>
                <a:cubicBezTo>
                  <a:pt x="3677673" y="2440210"/>
                  <a:pt x="3956239" y="2632996"/>
                  <a:pt x="4282595" y="2660937"/>
                </a:cubicBezTo>
                <a:cubicBezTo>
                  <a:pt x="4600431" y="2688146"/>
                  <a:pt x="4895299" y="2535123"/>
                  <a:pt x="5189443" y="2382493"/>
                </a:cubicBezTo>
                <a:lnTo>
                  <a:pt x="5189443" y="2382480"/>
                </a:lnTo>
                <a:cubicBezTo>
                  <a:pt x="5295689" y="2327355"/>
                  <a:pt x="5401846" y="2272268"/>
                  <a:pt x="5508943" y="2225741"/>
                </a:cubicBezTo>
                <a:cubicBezTo>
                  <a:pt x="5702732" y="2141675"/>
                  <a:pt x="5904572" y="2088080"/>
                  <a:pt x="6105840" y="2114720"/>
                </a:cubicBezTo>
                <a:cubicBezTo>
                  <a:pt x="6337605" y="2144950"/>
                  <a:pt x="6546275" y="2279867"/>
                  <a:pt x="6743213" y="2427845"/>
                </a:cubicBezTo>
                <a:cubicBezTo>
                  <a:pt x="6771514" y="2449098"/>
                  <a:pt x="6799752" y="2470529"/>
                  <a:pt x="6828015" y="2491959"/>
                </a:cubicBezTo>
                <a:lnTo>
                  <a:pt x="6828015" y="2491972"/>
                </a:lnTo>
                <a:cubicBezTo>
                  <a:pt x="6996386" y="2619682"/>
                  <a:pt x="7165137" y="2747683"/>
                  <a:pt x="7348160" y="2843583"/>
                </a:cubicBezTo>
                <a:cubicBezTo>
                  <a:pt x="7561909" y="2955591"/>
                  <a:pt x="7769869" y="3031362"/>
                  <a:pt x="7989102" y="3085716"/>
                </a:cubicBezTo>
                <a:cubicBezTo>
                  <a:pt x="8439441" y="3197698"/>
                  <a:pt x="8908685" y="3208521"/>
                  <a:pt x="9368065" y="3119575"/>
                </a:cubicBezTo>
                <a:cubicBezTo>
                  <a:pt x="9827456" y="3030629"/>
                  <a:pt x="10216038" y="2845189"/>
                  <a:pt x="10612848" y="2579008"/>
                </a:cubicBezTo>
                <a:cubicBezTo>
                  <a:pt x="11009645" y="2312828"/>
                  <a:pt x="11416397" y="1967425"/>
                  <a:pt x="11762915" y="1561042"/>
                </a:cubicBezTo>
                <a:cubicBezTo>
                  <a:pt x="11914983" y="1382328"/>
                  <a:pt x="12060474" y="1186998"/>
                  <a:pt x="12188825" y="974856"/>
                </a:cubicBezTo>
                <a:lnTo>
                  <a:pt x="12188825" y="1016353"/>
                </a:lnTo>
                <a:cubicBezTo>
                  <a:pt x="11868335" y="1540244"/>
                  <a:pt x="11435733" y="1969233"/>
                  <a:pt x="11019574" y="2302764"/>
                </a:cubicBezTo>
                <a:cubicBezTo>
                  <a:pt x="10645859" y="2602234"/>
                  <a:pt x="10246193" y="2864394"/>
                  <a:pt x="9826262" y="3014559"/>
                </a:cubicBezTo>
                <a:cubicBezTo>
                  <a:pt x="9406332" y="3164737"/>
                  <a:pt x="8930638" y="3224704"/>
                  <a:pt x="8483829" y="3187343"/>
                </a:cubicBezTo>
                <a:cubicBezTo>
                  <a:pt x="8041984" y="3150349"/>
                  <a:pt x="7602361" y="3024876"/>
                  <a:pt x="7203913" y="2784551"/>
                </a:cubicBezTo>
                <a:cubicBezTo>
                  <a:pt x="7085276" y="2713028"/>
                  <a:pt x="6970866" y="2626687"/>
                  <a:pt x="6856620" y="2540472"/>
                </a:cubicBezTo>
                <a:lnTo>
                  <a:pt x="6856620" y="2540472"/>
                </a:lnTo>
                <a:cubicBezTo>
                  <a:pt x="6556141" y="2313713"/>
                  <a:pt x="6256829" y="2087852"/>
                  <a:pt x="5884892" y="2134620"/>
                </a:cubicBezTo>
                <a:cubicBezTo>
                  <a:pt x="5641598" y="2165306"/>
                  <a:pt x="5414213" y="2285025"/>
                  <a:pt x="5186599" y="2404846"/>
                </a:cubicBezTo>
                <a:lnTo>
                  <a:pt x="5186599" y="2404846"/>
                </a:lnTo>
                <a:cubicBezTo>
                  <a:pt x="5018571" y="2493312"/>
                  <a:pt x="4850416" y="2581841"/>
                  <a:pt x="4675659" y="2634652"/>
                </a:cubicBezTo>
                <a:cubicBezTo>
                  <a:pt x="4451245" y="2702269"/>
                  <a:pt x="4226564" y="2697578"/>
                  <a:pt x="4008486" y="2620024"/>
                </a:cubicBezTo>
                <a:cubicBezTo>
                  <a:pt x="3776098" y="2537197"/>
                  <a:pt x="3564038" y="2388145"/>
                  <a:pt x="3354098" y="2240597"/>
                </a:cubicBezTo>
                <a:lnTo>
                  <a:pt x="3354098" y="2240597"/>
                </a:lnTo>
                <a:cubicBezTo>
                  <a:pt x="3345515" y="2234553"/>
                  <a:pt x="3336932" y="2228522"/>
                  <a:pt x="3328349" y="2222491"/>
                </a:cubicBezTo>
                <a:cubicBezTo>
                  <a:pt x="3109979" y="2069153"/>
                  <a:pt x="2869694" y="1931619"/>
                  <a:pt x="2614909" y="1856290"/>
                </a:cubicBezTo>
                <a:cubicBezTo>
                  <a:pt x="2360125" y="1780960"/>
                  <a:pt x="2079566" y="1749314"/>
                  <a:pt x="1807679" y="1750263"/>
                </a:cubicBezTo>
                <a:cubicBezTo>
                  <a:pt x="1269949" y="1752235"/>
                  <a:pt x="730936" y="1862561"/>
                  <a:pt x="201180" y="2008313"/>
                </a:cubicBezTo>
                <a:cubicBezTo>
                  <a:pt x="134006" y="2026848"/>
                  <a:pt x="66943" y="2046028"/>
                  <a:pt x="0" y="2065714"/>
                </a:cubicBezTo>
                <a:close/>
                <a:moveTo>
                  <a:pt x="0" y="2268260"/>
                </a:moveTo>
                <a:lnTo>
                  <a:pt x="0" y="2247032"/>
                </a:lnTo>
                <a:cubicBezTo>
                  <a:pt x="857006" y="1896609"/>
                  <a:pt x="1813329" y="1728958"/>
                  <a:pt x="2663538" y="2055814"/>
                </a:cubicBezTo>
                <a:cubicBezTo>
                  <a:pt x="2875306" y="2137086"/>
                  <a:pt x="3078808" y="2252507"/>
                  <a:pt x="3264256" y="2406616"/>
                </a:cubicBezTo>
                <a:cubicBezTo>
                  <a:pt x="3326013" y="2457961"/>
                  <a:pt x="3386856" y="2511329"/>
                  <a:pt x="3447724" y="2564709"/>
                </a:cubicBezTo>
                <a:lnTo>
                  <a:pt x="3447762" y="2564734"/>
                </a:lnTo>
                <a:lnTo>
                  <a:pt x="3447774" y="2564747"/>
                </a:lnTo>
                <a:cubicBezTo>
                  <a:pt x="3600236" y="2698475"/>
                  <a:pt x="3752774" y="2832267"/>
                  <a:pt x="3919698" y="2934426"/>
                </a:cubicBezTo>
                <a:cubicBezTo>
                  <a:pt x="4153279" y="3077397"/>
                  <a:pt x="4388929" y="3137440"/>
                  <a:pt x="4640210" y="3076284"/>
                </a:cubicBezTo>
                <a:cubicBezTo>
                  <a:pt x="4850810" y="3025053"/>
                  <a:pt x="5048256" y="2901616"/>
                  <a:pt x="5239532" y="2772540"/>
                </a:cubicBezTo>
                <a:cubicBezTo>
                  <a:pt x="5266779" y="2754169"/>
                  <a:pt x="5294115" y="2735546"/>
                  <a:pt x="5321565" y="2716846"/>
                </a:cubicBezTo>
                <a:cubicBezTo>
                  <a:pt x="5663855" y="2483741"/>
                  <a:pt x="6022207" y="2239699"/>
                  <a:pt x="6409684" y="2336421"/>
                </a:cubicBezTo>
                <a:cubicBezTo>
                  <a:pt x="6646110" y="2395528"/>
                  <a:pt x="6852837" y="2557907"/>
                  <a:pt x="7054829" y="2716568"/>
                </a:cubicBezTo>
                <a:cubicBezTo>
                  <a:pt x="7061291" y="2721638"/>
                  <a:pt x="7067754" y="2726721"/>
                  <a:pt x="7074216" y="2731778"/>
                </a:cubicBezTo>
                <a:cubicBezTo>
                  <a:pt x="7282391" y="2895168"/>
                  <a:pt x="7514563" y="3046724"/>
                  <a:pt x="7755699" y="3150601"/>
                </a:cubicBezTo>
                <a:cubicBezTo>
                  <a:pt x="8232155" y="3355525"/>
                  <a:pt x="8748795" y="3415985"/>
                  <a:pt x="9254493" y="3330023"/>
                </a:cubicBezTo>
                <a:cubicBezTo>
                  <a:pt x="9735710" y="3248208"/>
                  <a:pt x="10179319" y="3018061"/>
                  <a:pt x="10608759" y="2711486"/>
                </a:cubicBezTo>
                <a:cubicBezTo>
                  <a:pt x="11038200" y="2404897"/>
                  <a:pt x="11424738" y="2066384"/>
                  <a:pt x="11780562" y="1651278"/>
                </a:cubicBezTo>
                <a:cubicBezTo>
                  <a:pt x="11923959" y="1483981"/>
                  <a:pt x="12063928" y="1302005"/>
                  <a:pt x="12188825" y="1104588"/>
                </a:cubicBezTo>
                <a:lnTo>
                  <a:pt x="12188825" y="1133215"/>
                </a:lnTo>
                <a:cubicBezTo>
                  <a:pt x="12161807" y="1175614"/>
                  <a:pt x="12134191" y="1217211"/>
                  <a:pt x="12106144" y="1257994"/>
                </a:cubicBezTo>
                <a:cubicBezTo>
                  <a:pt x="11789946" y="1717643"/>
                  <a:pt x="11408804" y="2097563"/>
                  <a:pt x="11012006" y="2425266"/>
                </a:cubicBezTo>
                <a:cubicBezTo>
                  <a:pt x="10615209" y="2752956"/>
                  <a:pt x="10205157" y="3045991"/>
                  <a:pt x="9764341" y="3212390"/>
                </a:cubicBezTo>
                <a:cubicBezTo>
                  <a:pt x="9282983" y="3393936"/>
                  <a:pt x="8775116" y="3433522"/>
                  <a:pt x="8288706" y="3337002"/>
                </a:cubicBezTo>
                <a:cubicBezTo>
                  <a:pt x="8048484" y="3289147"/>
                  <a:pt x="7813037" y="3208255"/>
                  <a:pt x="7588191" y="3093378"/>
                </a:cubicBezTo>
                <a:cubicBezTo>
                  <a:pt x="7379014" y="2986491"/>
                  <a:pt x="7178418" y="2833304"/>
                  <a:pt x="6979588" y="2681445"/>
                </a:cubicBezTo>
                <a:lnTo>
                  <a:pt x="6978864" y="2680889"/>
                </a:lnTo>
                <a:cubicBezTo>
                  <a:pt x="6964225" y="2669712"/>
                  <a:pt x="6949586" y="2658535"/>
                  <a:pt x="6934972" y="2647384"/>
                </a:cubicBezTo>
                <a:cubicBezTo>
                  <a:pt x="6707307" y="2473576"/>
                  <a:pt x="6462541" y="2321805"/>
                  <a:pt x="6187949" y="2334726"/>
                </a:cubicBezTo>
                <a:cubicBezTo>
                  <a:pt x="5969528" y="2345081"/>
                  <a:pt x="5760096" y="2452702"/>
                  <a:pt x="5562764" y="2578225"/>
                </a:cubicBezTo>
                <a:cubicBezTo>
                  <a:pt x="5491383" y="2623614"/>
                  <a:pt x="5419952" y="2672455"/>
                  <a:pt x="5348114" y="2721575"/>
                </a:cubicBezTo>
                <a:lnTo>
                  <a:pt x="5348063" y="2721613"/>
                </a:lnTo>
                <a:cubicBezTo>
                  <a:pt x="5044942" y="2928850"/>
                  <a:pt x="4734724" y="3140942"/>
                  <a:pt x="4391786" y="3119929"/>
                </a:cubicBezTo>
                <a:cubicBezTo>
                  <a:pt x="4037079" y="3098258"/>
                  <a:pt x="3754831" y="2852648"/>
                  <a:pt x="3473168" y="2607519"/>
                </a:cubicBezTo>
                <a:cubicBezTo>
                  <a:pt x="3348524" y="2499065"/>
                  <a:pt x="3224008" y="2390698"/>
                  <a:pt x="3093372" y="2301866"/>
                </a:cubicBezTo>
                <a:cubicBezTo>
                  <a:pt x="2665696" y="2011487"/>
                  <a:pt x="2172988" y="1907571"/>
                  <a:pt x="1687695" y="1907761"/>
                </a:cubicBezTo>
                <a:cubicBezTo>
                  <a:pt x="1189024" y="1907685"/>
                  <a:pt x="687306" y="2014787"/>
                  <a:pt x="201907" y="2190478"/>
                </a:cubicBezTo>
                <a:cubicBezTo>
                  <a:pt x="134331" y="2215032"/>
                  <a:pt x="67029" y="2240963"/>
                  <a:pt x="0" y="226826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093850" y="3465573"/>
            <a:ext cx="10043122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1093850" y="567638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137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9010" y="6230358"/>
            <a:ext cx="1341168" cy="49392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6781800"/>
            <a:ext cx="12191999" cy="762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24708" y="3759"/>
            <a:ext cx="6942582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27787" y="1038224"/>
            <a:ext cx="7644130" cy="4415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Segoe Print"/>
                <a:cs typeface="Segoe Prin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093850" y="3465573"/>
            <a:ext cx="10043122" cy="1800000"/>
          </a:xfrm>
        </p:spPr>
        <p:txBody>
          <a:bodyPr wrap="square">
            <a:normAutofit/>
          </a:bodyPr>
          <a:lstStyle/>
          <a:p>
            <a:r>
              <a:rPr lang="en-US" dirty="0"/>
              <a:t>k-Nearest Neighbor (</a:t>
            </a:r>
            <a:r>
              <a:rPr lang="en-US" dirty="0" err="1"/>
              <a:t>kNN</a:t>
            </a:r>
            <a:r>
              <a:rPr lang="en-US" dirty="0"/>
              <a:t>)</a:t>
            </a:r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>
          <a:xfrm>
            <a:off x="1093850" y="5676389"/>
            <a:ext cx="10043122" cy="579632"/>
          </a:xfrm>
        </p:spPr>
        <p:txBody>
          <a:bodyPr wrap="square">
            <a:normAutofit/>
          </a:bodyPr>
          <a:lstStyle/>
          <a:p>
            <a:r>
              <a:rPr lang="en-US" dirty="0"/>
              <a:t>Syed Shayan Ali Shah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11629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6352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7787" y="1038224"/>
            <a:ext cx="7799705" cy="441579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540"/>
              </a:spcBef>
              <a:buChar char="-"/>
              <a:tabLst>
                <a:tab pos="355600" algn="l"/>
              </a:tabLst>
            </a:pPr>
            <a:r>
              <a:rPr sz="2400" spc="-20" dirty="0">
                <a:solidFill>
                  <a:srgbClr val="C00000"/>
                </a:solidFill>
                <a:latin typeface="Segoe Print"/>
                <a:cs typeface="Segoe Print"/>
              </a:rPr>
              <a:t>k-</a:t>
            </a:r>
            <a:r>
              <a:rPr sz="2400" dirty="0">
                <a:solidFill>
                  <a:srgbClr val="C00000"/>
                </a:solidFill>
                <a:latin typeface="Segoe Print"/>
                <a:cs typeface="Segoe Print"/>
              </a:rPr>
              <a:t>Nearest</a:t>
            </a:r>
            <a:r>
              <a:rPr sz="2400" spc="-80" dirty="0">
                <a:solidFill>
                  <a:srgbClr val="C00000"/>
                </a:solidFill>
                <a:latin typeface="Segoe Print"/>
                <a:cs typeface="Segoe Print"/>
              </a:rPr>
              <a:t> </a:t>
            </a:r>
            <a:r>
              <a:rPr sz="2400" dirty="0">
                <a:solidFill>
                  <a:srgbClr val="C00000"/>
                </a:solidFill>
                <a:latin typeface="Segoe Print"/>
                <a:cs typeface="Segoe Print"/>
              </a:rPr>
              <a:t>Neighbor</a:t>
            </a:r>
            <a:r>
              <a:rPr sz="2400" spc="-80" dirty="0">
                <a:solidFill>
                  <a:srgbClr val="C00000"/>
                </a:solidFill>
                <a:latin typeface="Segoe Print"/>
                <a:cs typeface="Segoe Print"/>
              </a:rPr>
              <a:t> </a:t>
            </a:r>
            <a:r>
              <a:rPr sz="2400" dirty="0">
                <a:solidFill>
                  <a:srgbClr val="C00000"/>
                </a:solidFill>
                <a:latin typeface="Segoe Print"/>
                <a:cs typeface="Segoe Print"/>
              </a:rPr>
              <a:t>(kNN)</a:t>
            </a:r>
            <a:r>
              <a:rPr sz="2400" spc="-90" dirty="0">
                <a:solidFill>
                  <a:srgbClr val="C00000"/>
                </a:solidFill>
                <a:latin typeface="Segoe Print"/>
                <a:cs typeface="Segoe Print"/>
              </a:rPr>
              <a:t> </a:t>
            </a:r>
            <a:r>
              <a:rPr sz="2400" dirty="0">
                <a:solidFill>
                  <a:srgbClr val="C00000"/>
                </a:solidFill>
                <a:latin typeface="Segoe Print"/>
                <a:cs typeface="Segoe Print"/>
              </a:rPr>
              <a:t>Algrorithm</a:t>
            </a:r>
            <a:r>
              <a:rPr sz="2400" spc="-80" dirty="0">
                <a:solidFill>
                  <a:srgbClr val="C00000"/>
                </a:solidFill>
                <a:latin typeface="Segoe Print"/>
                <a:cs typeface="Segoe Print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Segoe Print"/>
                <a:cs typeface="Segoe Print"/>
              </a:rPr>
              <a:t>Overview</a:t>
            </a:r>
            <a:endParaRPr sz="2400">
              <a:latin typeface="Segoe Print"/>
              <a:cs typeface="Segoe Print"/>
            </a:endParaRP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355600" algn="l"/>
              </a:tabLst>
            </a:pPr>
            <a:r>
              <a:rPr sz="2400" dirty="0">
                <a:solidFill>
                  <a:srgbClr val="C00000"/>
                </a:solidFill>
                <a:latin typeface="Segoe Print"/>
                <a:cs typeface="Segoe Print"/>
              </a:rPr>
              <a:t>Algorithm</a:t>
            </a:r>
            <a:r>
              <a:rPr sz="2400" spc="-70" dirty="0">
                <a:solidFill>
                  <a:srgbClr val="C00000"/>
                </a:solidFill>
                <a:latin typeface="Segoe Print"/>
                <a:cs typeface="Segoe Print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Segoe Print"/>
                <a:cs typeface="Segoe Print"/>
              </a:rPr>
              <a:t>Formulation</a:t>
            </a:r>
            <a:endParaRPr sz="2400">
              <a:latin typeface="Segoe Print"/>
              <a:cs typeface="Segoe Print"/>
            </a:endParaRP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355600" algn="l"/>
              </a:tabLst>
            </a:pPr>
            <a:r>
              <a:rPr sz="2400" dirty="0">
                <a:latin typeface="Segoe Print"/>
                <a:cs typeface="Segoe Print"/>
              </a:rPr>
              <a:t>Distance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Metrics</a:t>
            </a:r>
            <a:endParaRPr sz="2400">
              <a:latin typeface="Segoe Print"/>
              <a:cs typeface="Segoe Print"/>
            </a:endParaRP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355600" algn="l"/>
              </a:tabLst>
            </a:pPr>
            <a:r>
              <a:rPr sz="2400" dirty="0">
                <a:latin typeface="Segoe Print"/>
                <a:cs typeface="Segoe Print"/>
              </a:rPr>
              <a:t>Choice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of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spc="-50" dirty="0">
                <a:latin typeface="Segoe Print"/>
                <a:cs typeface="Segoe Print"/>
              </a:rPr>
              <a:t>k</a:t>
            </a:r>
            <a:endParaRPr sz="2400">
              <a:latin typeface="Segoe Print"/>
              <a:cs typeface="Segoe Print"/>
            </a:endParaRP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355600" algn="l"/>
              </a:tabLst>
            </a:pPr>
            <a:r>
              <a:rPr sz="2400" dirty="0">
                <a:latin typeface="Segoe Print"/>
                <a:cs typeface="Segoe Print"/>
              </a:rPr>
              <a:t>Algorithm</a:t>
            </a:r>
            <a:r>
              <a:rPr sz="2400" spc="-15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Convergence</a:t>
            </a:r>
            <a:endParaRPr sz="2400">
              <a:latin typeface="Segoe Print"/>
              <a:cs typeface="Segoe Print"/>
            </a:endParaRPr>
          </a:p>
          <a:p>
            <a:pPr marL="355600" indent="-342900">
              <a:lnSpc>
                <a:spcPct val="100000"/>
              </a:lnSpc>
              <a:spcBef>
                <a:spcPts val="1445"/>
              </a:spcBef>
              <a:buChar char="-"/>
              <a:tabLst>
                <a:tab pos="355600" algn="l"/>
              </a:tabLst>
            </a:pPr>
            <a:r>
              <a:rPr sz="2400" dirty="0">
                <a:latin typeface="Segoe Print"/>
                <a:cs typeface="Segoe Print"/>
              </a:rPr>
              <a:t>Storage,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Time</a:t>
            </a:r>
            <a:r>
              <a:rPr sz="2400" spc="-5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Complexity</a:t>
            </a:r>
            <a:r>
              <a:rPr sz="2400" spc="-65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Analysis</a:t>
            </a:r>
            <a:endParaRPr sz="2400">
              <a:latin typeface="Segoe Print"/>
              <a:cs typeface="Segoe Print"/>
            </a:endParaRP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355600" algn="l"/>
              </a:tabLst>
            </a:pPr>
            <a:r>
              <a:rPr sz="2400" dirty="0">
                <a:latin typeface="Segoe Print"/>
                <a:cs typeface="Segoe Print"/>
              </a:rPr>
              <a:t>Fast </a:t>
            </a:r>
            <a:r>
              <a:rPr sz="2400" spc="-25" dirty="0">
                <a:latin typeface="Segoe Print"/>
                <a:cs typeface="Segoe Print"/>
              </a:rPr>
              <a:t>kNN</a:t>
            </a:r>
            <a:endParaRPr sz="2400">
              <a:latin typeface="Segoe Print"/>
              <a:cs typeface="Segoe Print"/>
            </a:endParaRP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355600" algn="l"/>
              </a:tabLst>
            </a:pPr>
            <a:r>
              <a:rPr sz="2400" dirty="0">
                <a:latin typeface="Segoe Print"/>
                <a:cs typeface="Segoe Print"/>
              </a:rPr>
              <a:t>The</a:t>
            </a:r>
            <a:r>
              <a:rPr sz="2400" spc="-1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Curse</a:t>
            </a:r>
            <a:r>
              <a:rPr sz="2400" spc="-2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of</a:t>
            </a:r>
            <a:r>
              <a:rPr sz="2400" spc="-10" dirty="0">
                <a:latin typeface="Segoe Print"/>
                <a:cs typeface="Segoe Print"/>
              </a:rPr>
              <a:t> Dimensionality</a:t>
            </a:r>
            <a:endParaRPr sz="2400">
              <a:latin typeface="Segoe Print"/>
              <a:cs typeface="Segoe Prin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70426" y="3759"/>
            <a:ext cx="38519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Supervised</a:t>
            </a:r>
            <a:r>
              <a:rPr spc="-70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8905" y="559054"/>
            <a:ext cx="53130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dirty="0">
                <a:solidFill>
                  <a:srgbClr val="006FC0"/>
                </a:solidFill>
                <a:latin typeface="Calibri"/>
                <a:cs typeface="Calibri"/>
              </a:rPr>
              <a:t>Classification</a:t>
            </a:r>
            <a:r>
              <a:rPr sz="2800" i="1" spc="-10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i="1" dirty="0">
                <a:solidFill>
                  <a:srgbClr val="006FC0"/>
                </a:solidFill>
                <a:latin typeface="Calibri"/>
                <a:cs typeface="Calibri"/>
              </a:rPr>
              <a:t>Algorithms</a:t>
            </a:r>
            <a:r>
              <a:rPr sz="2800" i="1" spc="-8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i="1" dirty="0">
                <a:solidFill>
                  <a:srgbClr val="006FC0"/>
                </a:solidFill>
                <a:latin typeface="Calibri"/>
                <a:cs typeface="Calibri"/>
              </a:rPr>
              <a:t>or</a:t>
            </a:r>
            <a:r>
              <a:rPr sz="2800" i="1" spc="-8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i="1" spc="-10" dirty="0">
                <a:solidFill>
                  <a:srgbClr val="006FC0"/>
                </a:solidFill>
                <a:latin typeface="Calibri"/>
                <a:cs typeface="Calibri"/>
              </a:rPr>
              <a:t>Methods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34055" y="1146047"/>
            <a:ext cx="7196455" cy="39941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75"/>
              </a:spcBef>
            </a:pPr>
            <a:r>
              <a:rPr sz="2000" dirty="0">
                <a:latin typeface="Segoe Print"/>
                <a:cs typeface="Segoe Print"/>
              </a:rPr>
              <a:t>Predicting</a:t>
            </a:r>
            <a:r>
              <a:rPr sz="2000" spc="-7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a</a:t>
            </a:r>
            <a:r>
              <a:rPr sz="2000" spc="-2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categorical</a:t>
            </a:r>
            <a:r>
              <a:rPr sz="2000" spc="-7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output</a:t>
            </a:r>
            <a:r>
              <a:rPr sz="2000" spc="-2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is</a:t>
            </a:r>
            <a:r>
              <a:rPr sz="2000" spc="-3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called</a:t>
            </a:r>
            <a:r>
              <a:rPr sz="2000" spc="-30" dirty="0">
                <a:latin typeface="Segoe Print"/>
                <a:cs typeface="Segoe Print"/>
              </a:rPr>
              <a:t> </a:t>
            </a:r>
            <a:r>
              <a:rPr sz="2000" spc="-10" dirty="0">
                <a:latin typeface="Segoe Print"/>
                <a:cs typeface="Segoe Print"/>
              </a:rPr>
              <a:t>classification</a:t>
            </a:r>
            <a:endParaRPr sz="2000">
              <a:latin typeface="Segoe Print"/>
              <a:cs typeface="Segoe Prin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831594" y="3573526"/>
            <a:ext cx="8590280" cy="1236980"/>
            <a:chOff x="1831594" y="3573526"/>
            <a:chExt cx="8590280" cy="1236980"/>
          </a:xfrm>
        </p:grpSpPr>
        <p:sp>
          <p:nvSpPr>
            <p:cNvPr id="6" name="object 6"/>
            <p:cNvSpPr/>
            <p:nvPr/>
          </p:nvSpPr>
          <p:spPr>
            <a:xfrm>
              <a:off x="8202167" y="4229100"/>
              <a:ext cx="2212975" cy="573405"/>
            </a:xfrm>
            <a:custGeom>
              <a:avLst/>
              <a:gdLst/>
              <a:ahLst/>
              <a:cxnLst/>
              <a:rect l="l" t="t" r="r" b="b"/>
              <a:pathLst>
                <a:path w="2212975" h="573404">
                  <a:moveTo>
                    <a:pt x="2117343" y="0"/>
                  </a:moveTo>
                  <a:lnTo>
                    <a:pt x="95503" y="0"/>
                  </a:lnTo>
                  <a:lnTo>
                    <a:pt x="58346" y="7510"/>
                  </a:lnTo>
                  <a:lnTo>
                    <a:pt x="27987" y="27987"/>
                  </a:lnTo>
                  <a:lnTo>
                    <a:pt x="7510" y="58346"/>
                  </a:lnTo>
                  <a:lnTo>
                    <a:pt x="0" y="95504"/>
                  </a:lnTo>
                  <a:lnTo>
                    <a:pt x="0" y="477519"/>
                  </a:lnTo>
                  <a:lnTo>
                    <a:pt x="7510" y="514677"/>
                  </a:lnTo>
                  <a:lnTo>
                    <a:pt x="27987" y="545036"/>
                  </a:lnTo>
                  <a:lnTo>
                    <a:pt x="58346" y="565513"/>
                  </a:lnTo>
                  <a:lnTo>
                    <a:pt x="95503" y="573024"/>
                  </a:lnTo>
                  <a:lnTo>
                    <a:pt x="2117343" y="573024"/>
                  </a:lnTo>
                  <a:lnTo>
                    <a:pt x="2154501" y="565513"/>
                  </a:lnTo>
                  <a:lnTo>
                    <a:pt x="2184860" y="545036"/>
                  </a:lnTo>
                  <a:lnTo>
                    <a:pt x="2205337" y="514677"/>
                  </a:lnTo>
                  <a:lnTo>
                    <a:pt x="2212848" y="477519"/>
                  </a:lnTo>
                  <a:lnTo>
                    <a:pt x="2212848" y="95504"/>
                  </a:lnTo>
                  <a:lnTo>
                    <a:pt x="2205337" y="58346"/>
                  </a:lnTo>
                  <a:lnTo>
                    <a:pt x="2184860" y="27987"/>
                  </a:lnTo>
                  <a:lnTo>
                    <a:pt x="2154501" y="7510"/>
                  </a:lnTo>
                  <a:lnTo>
                    <a:pt x="2117343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202167" y="4229100"/>
              <a:ext cx="2212975" cy="573405"/>
            </a:xfrm>
            <a:custGeom>
              <a:avLst/>
              <a:gdLst/>
              <a:ahLst/>
              <a:cxnLst/>
              <a:rect l="l" t="t" r="r" b="b"/>
              <a:pathLst>
                <a:path w="2212975" h="573404">
                  <a:moveTo>
                    <a:pt x="0" y="95504"/>
                  </a:moveTo>
                  <a:lnTo>
                    <a:pt x="7510" y="58346"/>
                  </a:lnTo>
                  <a:lnTo>
                    <a:pt x="27987" y="27987"/>
                  </a:lnTo>
                  <a:lnTo>
                    <a:pt x="58346" y="7510"/>
                  </a:lnTo>
                  <a:lnTo>
                    <a:pt x="95503" y="0"/>
                  </a:lnTo>
                  <a:lnTo>
                    <a:pt x="2117343" y="0"/>
                  </a:lnTo>
                  <a:lnTo>
                    <a:pt x="2154501" y="7510"/>
                  </a:lnTo>
                  <a:lnTo>
                    <a:pt x="2184860" y="27987"/>
                  </a:lnTo>
                  <a:lnTo>
                    <a:pt x="2205337" y="58346"/>
                  </a:lnTo>
                  <a:lnTo>
                    <a:pt x="2212848" y="95504"/>
                  </a:lnTo>
                  <a:lnTo>
                    <a:pt x="2212848" y="477519"/>
                  </a:lnTo>
                  <a:lnTo>
                    <a:pt x="2205337" y="514677"/>
                  </a:lnTo>
                  <a:lnTo>
                    <a:pt x="2184860" y="545036"/>
                  </a:lnTo>
                  <a:lnTo>
                    <a:pt x="2154501" y="565513"/>
                  </a:lnTo>
                  <a:lnTo>
                    <a:pt x="2117343" y="573024"/>
                  </a:lnTo>
                  <a:lnTo>
                    <a:pt x="95503" y="573024"/>
                  </a:lnTo>
                  <a:lnTo>
                    <a:pt x="58346" y="565513"/>
                  </a:lnTo>
                  <a:lnTo>
                    <a:pt x="27987" y="545036"/>
                  </a:lnTo>
                  <a:lnTo>
                    <a:pt x="7510" y="514677"/>
                  </a:lnTo>
                  <a:lnTo>
                    <a:pt x="0" y="477519"/>
                  </a:lnTo>
                  <a:lnTo>
                    <a:pt x="0" y="95504"/>
                  </a:lnTo>
                  <a:close/>
                </a:path>
              </a:pathLst>
            </a:custGeom>
            <a:ln w="1270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664964" y="4169664"/>
              <a:ext cx="2510155" cy="573405"/>
            </a:xfrm>
            <a:custGeom>
              <a:avLst/>
              <a:gdLst/>
              <a:ahLst/>
              <a:cxnLst/>
              <a:rect l="l" t="t" r="r" b="b"/>
              <a:pathLst>
                <a:path w="2510154" h="573404">
                  <a:moveTo>
                    <a:pt x="2414524" y="0"/>
                  </a:moveTo>
                  <a:lnTo>
                    <a:pt x="95503" y="0"/>
                  </a:lnTo>
                  <a:lnTo>
                    <a:pt x="58346" y="7510"/>
                  </a:lnTo>
                  <a:lnTo>
                    <a:pt x="27987" y="27987"/>
                  </a:lnTo>
                  <a:lnTo>
                    <a:pt x="7510" y="58346"/>
                  </a:lnTo>
                  <a:lnTo>
                    <a:pt x="0" y="95504"/>
                  </a:lnTo>
                  <a:lnTo>
                    <a:pt x="0" y="477519"/>
                  </a:lnTo>
                  <a:lnTo>
                    <a:pt x="7510" y="514677"/>
                  </a:lnTo>
                  <a:lnTo>
                    <a:pt x="27987" y="545036"/>
                  </a:lnTo>
                  <a:lnTo>
                    <a:pt x="58346" y="565513"/>
                  </a:lnTo>
                  <a:lnTo>
                    <a:pt x="95503" y="573024"/>
                  </a:lnTo>
                  <a:lnTo>
                    <a:pt x="2414524" y="573024"/>
                  </a:lnTo>
                  <a:lnTo>
                    <a:pt x="2451681" y="565513"/>
                  </a:lnTo>
                  <a:lnTo>
                    <a:pt x="2482040" y="545036"/>
                  </a:lnTo>
                  <a:lnTo>
                    <a:pt x="2502517" y="514677"/>
                  </a:lnTo>
                  <a:lnTo>
                    <a:pt x="2510028" y="477519"/>
                  </a:lnTo>
                  <a:lnTo>
                    <a:pt x="2510028" y="95504"/>
                  </a:lnTo>
                  <a:lnTo>
                    <a:pt x="2502517" y="58346"/>
                  </a:lnTo>
                  <a:lnTo>
                    <a:pt x="2482040" y="27987"/>
                  </a:lnTo>
                  <a:lnTo>
                    <a:pt x="2451681" y="7510"/>
                  </a:lnTo>
                  <a:lnTo>
                    <a:pt x="241452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664964" y="4169664"/>
              <a:ext cx="2510155" cy="573405"/>
            </a:xfrm>
            <a:custGeom>
              <a:avLst/>
              <a:gdLst/>
              <a:ahLst/>
              <a:cxnLst/>
              <a:rect l="l" t="t" r="r" b="b"/>
              <a:pathLst>
                <a:path w="2510154" h="573404">
                  <a:moveTo>
                    <a:pt x="0" y="95504"/>
                  </a:moveTo>
                  <a:lnTo>
                    <a:pt x="7510" y="58346"/>
                  </a:lnTo>
                  <a:lnTo>
                    <a:pt x="27987" y="27987"/>
                  </a:lnTo>
                  <a:lnTo>
                    <a:pt x="58346" y="7510"/>
                  </a:lnTo>
                  <a:lnTo>
                    <a:pt x="95503" y="0"/>
                  </a:lnTo>
                  <a:lnTo>
                    <a:pt x="2414524" y="0"/>
                  </a:lnTo>
                  <a:lnTo>
                    <a:pt x="2451681" y="7510"/>
                  </a:lnTo>
                  <a:lnTo>
                    <a:pt x="2482040" y="27987"/>
                  </a:lnTo>
                  <a:lnTo>
                    <a:pt x="2502517" y="58346"/>
                  </a:lnTo>
                  <a:lnTo>
                    <a:pt x="2510028" y="95504"/>
                  </a:lnTo>
                  <a:lnTo>
                    <a:pt x="2510028" y="477519"/>
                  </a:lnTo>
                  <a:lnTo>
                    <a:pt x="2502517" y="514677"/>
                  </a:lnTo>
                  <a:lnTo>
                    <a:pt x="2482040" y="545036"/>
                  </a:lnTo>
                  <a:lnTo>
                    <a:pt x="2451681" y="565513"/>
                  </a:lnTo>
                  <a:lnTo>
                    <a:pt x="2414524" y="573024"/>
                  </a:lnTo>
                  <a:lnTo>
                    <a:pt x="95503" y="573024"/>
                  </a:lnTo>
                  <a:lnTo>
                    <a:pt x="58346" y="565513"/>
                  </a:lnTo>
                  <a:lnTo>
                    <a:pt x="27987" y="545036"/>
                  </a:lnTo>
                  <a:lnTo>
                    <a:pt x="7510" y="514677"/>
                  </a:lnTo>
                  <a:lnTo>
                    <a:pt x="0" y="477519"/>
                  </a:lnTo>
                  <a:lnTo>
                    <a:pt x="0" y="95504"/>
                  </a:lnTo>
                  <a:close/>
                </a:path>
              </a:pathLst>
            </a:custGeom>
            <a:ln w="12699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37944" y="3579876"/>
              <a:ext cx="1731645" cy="1224280"/>
            </a:xfrm>
            <a:custGeom>
              <a:avLst/>
              <a:gdLst/>
              <a:ahLst/>
              <a:cxnLst/>
              <a:rect l="l" t="t" r="r" b="b"/>
              <a:pathLst>
                <a:path w="1731645" h="1224279">
                  <a:moveTo>
                    <a:pt x="1527302" y="0"/>
                  </a:moveTo>
                  <a:lnTo>
                    <a:pt x="203962" y="0"/>
                  </a:lnTo>
                  <a:lnTo>
                    <a:pt x="157194" y="5386"/>
                  </a:lnTo>
                  <a:lnTo>
                    <a:pt x="114262" y="20730"/>
                  </a:lnTo>
                  <a:lnTo>
                    <a:pt x="76392" y="44806"/>
                  </a:lnTo>
                  <a:lnTo>
                    <a:pt x="44806" y="76392"/>
                  </a:lnTo>
                  <a:lnTo>
                    <a:pt x="20730" y="114262"/>
                  </a:lnTo>
                  <a:lnTo>
                    <a:pt x="5386" y="157194"/>
                  </a:lnTo>
                  <a:lnTo>
                    <a:pt x="0" y="203962"/>
                  </a:lnTo>
                  <a:lnTo>
                    <a:pt x="0" y="1019810"/>
                  </a:lnTo>
                  <a:lnTo>
                    <a:pt x="5386" y="1066577"/>
                  </a:lnTo>
                  <a:lnTo>
                    <a:pt x="20730" y="1109509"/>
                  </a:lnTo>
                  <a:lnTo>
                    <a:pt x="44806" y="1147379"/>
                  </a:lnTo>
                  <a:lnTo>
                    <a:pt x="76392" y="1178965"/>
                  </a:lnTo>
                  <a:lnTo>
                    <a:pt x="114262" y="1203041"/>
                  </a:lnTo>
                  <a:lnTo>
                    <a:pt x="157194" y="1218385"/>
                  </a:lnTo>
                  <a:lnTo>
                    <a:pt x="203962" y="1223772"/>
                  </a:lnTo>
                  <a:lnTo>
                    <a:pt x="1527302" y="1223772"/>
                  </a:lnTo>
                  <a:lnTo>
                    <a:pt x="1574069" y="1218385"/>
                  </a:lnTo>
                  <a:lnTo>
                    <a:pt x="1617001" y="1203041"/>
                  </a:lnTo>
                  <a:lnTo>
                    <a:pt x="1654871" y="1178965"/>
                  </a:lnTo>
                  <a:lnTo>
                    <a:pt x="1686457" y="1147379"/>
                  </a:lnTo>
                  <a:lnTo>
                    <a:pt x="1710533" y="1109509"/>
                  </a:lnTo>
                  <a:lnTo>
                    <a:pt x="1725877" y="1066577"/>
                  </a:lnTo>
                  <a:lnTo>
                    <a:pt x="1731264" y="1019810"/>
                  </a:lnTo>
                  <a:lnTo>
                    <a:pt x="1731264" y="203962"/>
                  </a:lnTo>
                  <a:lnTo>
                    <a:pt x="1725877" y="157194"/>
                  </a:lnTo>
                  <a:lnTo>
                    <a:pt x="1710533" y="114262"/>
                  </a:lnTo>
                  <a:lnTo>
                    <a:pt x="1686457" y="76392"/>
                  </a:lnTo>
                  <a:lnTo>
                    <a:pt x="1654871" y="44806"/>
                  </a:lnTo>
                  <a:lnTo>
                    <a:pt x="1617001" y="20730"/>
                  </a:lnTo>
                  <a:lnTo>
                    <a:pt x="1574069" y="5386"/>
                  </a:lnTo>
                  <a:lnTo>
                    <a:pt x="1527302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37944" y="3579876"/>
              <a:ext cx="1731645" cy="1224280"/>
            </a:xfrm>
            <a:custGeom>
              <a:avLst/>
              <a:gdLst/>
              <a:ahLst/>
              <a:cxnLst/>
              <a:rect l="l" t="t" r="r" b="b"/>
              <a:pathLst>
                <a:path w="1731645" h="1224279">
                  <a:moveTo>
                    <a:pt x="0" y="203962"/>
                  </a:moveTo>
                  <a:lnTo>
                    <a:pt x="5386" y="157194"/>
                  </a:lnTo>
                  <a:lnTo>
                    <a:pt x="20730" y="114262"/>
                  </a:lnTo>
                  <a:lnTo>
                    <a:pt x="44806" y="76392"/>
                  </a:lnTo>
                  <a:lnTo>
                    <a:pt x="76392" y="44806"/>
                  </a:lnTo>
                  <a:lnTo>
                    <a:pt x="114262" y="20730"/>
                  </a:lnTo>
                  <a:lnTo>
                    <a:pt x="157194" y="5386"/>
                  </a:lnTo>
                  <a:lnTo>
                    <a:pt x="203962" y="0"/>
                  </a:lnTo>
                  <a:lnTo>
                    <a:pt x="1527302" y="0"/>
                  </a:lnTo>
                  <a:lnTo>
                    <a:pt x="1574069" y="5386"/>
                  </a:lnTo>
                  <a:lnTo>
                    <a:pt x="1617001" y="20730"/>
                  </a:lnTo>
                  <a:lnTo>
                    <a:pt x="1654871" y="44806"/>
                  </a:lnTo>
                  <a:lnTo>
                    <a:pt x="1686457" y="76392"/>
                  </a:lnTo>
                  <a:lnTo>
                    <a:pt x="1710533" y="114262"/>
                  </a:lnTo>
                  <a:lnTo>
                    <a:pt x="1725877" y="157194"/>
                  </a:lnTo>
                  <a:lnTo>
                    <a:pt x="1731264" y="203962"/>
                  </a:lnTo>
                  <a:lnTo>
                    <a:pt x="1731264" y="1019810"/>
                  </a:lnTo>
                  <a:lnTo>
                    <a:pt x="1725877" y="1066577"/>
                  </a:lnTo>
                  <a:lnTo>
                    <a:pt x="1710533" y="1109509"/>
                  </a:lnTo>
                  <a:lnTo>
                    <a:pt x="1686457" y="1147379"/>
                  </a:lnTo>
                  <a:lnTo>
                    <a:pt x="1654871" y="1178965"/>
                  </a:lnTo>
                  <a:lnTo>
                    <a:pt x="1617001" y="1203041"/>
                  </a:lnTo>
                  <a:lnTo>
                    <a:pt x="1574069" y="1218385"/>
                  </a:lnTo>
                  <a:lnTo>
                    <a:pt x="1527302" y="1223772"/>
                  </a:lnTo>
                  <a:lnTo>
                    <a:pt x="203962" y="1223772"/>
                  </a:lnTo>
                  <a:lnTo>
                    <a:pt x="157194" y="1218385"/>
                  </a:lnTo>
                  <a:lnTo>
                    <a:pt x="114262" y="1203041"/>
                  </a:lnTo>
                  <a:lnTo>
                    <a:pt x="76392" y="1178965"/>
                  </a:lnTo>
                  <a:lnTo>
                    <a:pt x="44806" y="1147379"/>
                  </a:lnTo>
                  <a:lnTo>
                    <a:pt x="20730" y="1109509"/>
                  </a:lnTo>
                  <a:lnTo>
                    <a:pt x="5386" y="1066577"/>
                  </a:lnTo>
                  <a:lnTo>
                    <a:pt x="0" y="1019810"/>
                  </a:lnTo>
                  <a:lnTo>
                    <a:pt x="0" y="203962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085848" y="4027119"/>
            <a:ext cx="12338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Classification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566033" y="2278126"/>
            <a:ext cx="3464560" cy="3101340"/>
            <a:chOff x="3566033" y="2278126"/>
            <a:chExt cx="3464560" cy="3101340"/>
          </a:xfrm>
        </p:grpSpPr>
        <p:sp>
          <p:nvSpPr>
            <p:cNvPr id="14" name="object 14"/>
            <p:cNvSpPr/>
            <p:nvPr/>
          </p:nvSpPr>
          <p:spPr>
            <a:xfrm>
              <a:off x="3569208" y="2500884"/>
              <a:ext cx="1152525" cy="2875280"/>
            </a:xfrm>
            <a:custGeom>
              <a:avLst/>
              <a:gdLst/>
              <a:ahLst/>
              <a:cxnLst/>
              <a:rect l="l" t="t" r="r" b="b"/>
              <a:pathLst>
                <a:path w="1152525" h="2875279">
                  <a:moveTo>
                    <a:pt x="0" y="1692274"/>
                  </a:moveTo>
                  <a:lnTo>
                    <a:pt x="1081024" y="0"/>
                  </a:lnTo>
                </a:path>
                <a:path w="1152525" h="2875279">
                  <a:moveTo>
                    <a:pt x="0" y="1691132"/>
                  </a:moveTo>
                  <a:lnTo>
                    <a:pt x="1152525" y="790955"/>
                  </a:lnTo>
                </a:path>
                <a:path w="1152525" h="2875279">
                  <a:moveTo>
                    <a:pt x="0" y="1691639"/>
                  </a:moveTo>
                  <a:lnTo>
                    <a:pt x="1152525" y="1944877"/>
                  </a:lnTo>
                </a:path>
                <a:path w="1152525" h="2875279">
                  <a:moveTo>
                    <a:pt x="0" y="1691639"/>
                  </a:moveTo>
                  <a:lnTo>
                    <a:pt x="1152525" y="2875279"/>
                  </a:lnTo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649724" y="2284476"/>
              <a:ext cx="2374900" cy="502920"/>
            </a:xfrm>
            <a:custGeom>
              <a:avLst/>
              <a:gdLst/>
              <a:ahLst/>
              <a:cxnLst/>
              <a:rect l="l" t="t" r="r" b="b"/>
              <a:pathLst>
                <a:path w="2374900" h="502919">
                  <a:moveTo>
                    <a:pt x="2290572" y="0"/>
                  </a:moveTo>
                  <a:lnTo>
                    <a:pt x="83820" y="0"/>
                  </a:lnTo>
                  <a:lnTo>
                    <a:pt x="51167" y="6578"/>
                  </a:lnTo>
                  <a:lnTo>
                    <a:pt x="24526" y="24526"/>
                  </a:lnTo>
                  <a:lnTo>
                    <a:pt x="6578" y="51167"/>
                  </a:lnTo>
                  <a:lnTo>
                    <a:pt x="0" y="83820"/>
                  </a:lnTo>
                  <a:lnTo>
                    <a:pt x="0" y="419100"/>
                  </a:lnTo>
                  <a:lnTo>
                    <a:pt x="6578" y="451752"/>
                  </a:lnTo>
                  <a:lnTo>
                    <a:pt x="24526" y="478393"/>
                  </a:lnTo>
                  <a:lnTo>
                    <a:pt x="51167" y="496341"/>
                  </a:lnTo>
                  <a:lnTo>
                    <a:pt x="83820" y="502920"/>
                  </a:lnTo>
                  <a:lnTo>
                    <a:pt x="2290572" y="502920"/>
                  </a:lnTo>
                  <a:lnTo>
                    <a:pt x="2323224" y="496341"/>
                  </a:lnTo>
                  <a:lnTo>
                    <a:pt x="2349865" y="478393"/>
                  </a:lnTo>
                  <a:lnTo>
                    <a:pt x="2367813" y="451752"/>
                  </a:lnTo>
                  <a:lnTo>
                    <a:pt x="2374392" y="419100"/>
                  </a:lnTo>
                  <a:lnTo>
                    <a:pt x="2374392" y="83820"/>
                  </a:lnTo>
                  <a:lnTo>
                    <a:pt x="2367813" y="51167"/>
                  </a:lnTo>
                  <a:lnTo>
                    <a:pt x="2349865" y="24526"/>
                  </a:lnTo>
                  <a:lnTo>
                    <a:pt x="2323224" y="6578"/>
                  </a:lnTo>
                  <a:lnTo>
                    <a:pt x="2290572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649724" y="2284476"/>
              <a:ext cx="2374900" cy="502920"/>
            </a:xfrm>
            <a:custGeom>
              <a:avLst/>
              <a:gdLst/>
              <a:ahLst/>
              <a:cxnLst/>
              <a:rect l="l" t="t" r="r" b="b"/>
              <a:pathLst>
                <a:path w="2374900" h="502919">
                  <a:moveTo>
                    <a:pt x="0" y="83820"/>
                  </a:moveTo>
                  <a:lnTo>
                    <a:pt x="6578" y="51167"/>
                  </a:lnTo>
                  <a:lnTo>
                    <a:pt x="24526" y="24526"/>
                  </a:lnTo>
                  <a:lnTo>
                    <a:pt x="51167" y="6578"/>
                  </a:lnTo>
                  <a:lnTo>
                    <a:pt x="83820" y="0"/>
                  </a:lnTo>
                  <a:lnTo>
                    <a:pt x="2290572" y="0"/>
                  </a:lnTo>
                  <a:lnTo>
                    <a:pt x="2323224" y="6578"/>
                  </a:lnTo>
                  <a:lnTo>
                    <a:pt x="2349865" y="24526"/>
                  </a:lnTo>
                  <a:lnTo>
                    <a:pt x="2367813" y="51167"/>
                  </a:lnTo>
                  <a:lnTo>
                    <a:pt x="2374392" y="83820"/>
                  </a:lnTo>
                  <a:lnTo>
                    <a:pt x="2374392" y="419100"/>
                  </a:lnTo>
                  <a:lnTo>
                    <a:pt x="2367813" y="451752"/>
                  </a:lnTo>
                  <a:lnTo>
                    <a:pt x="2349865" y="478393"/>
                  </a:lnTo>
                  <a:lnTo>
                    <a:pt x="2323224" y="496341"/>
                  </a:lnTo>
                  <a:lnTo>
                    <a:pt x="2290572" y="502920"/>
                  </a:lnTo>
                  <a:lnTo>
                    <a:pt x="83820" y="502920"/>
                  </a:lnTo>
                  <a:lnTo>
                    <a:pt x="51167" y="496341"/>
                  </a:lnTo>
                  <a:lnTo>
                    <a:pt x="24526" y="478393"/>
                  </a:lnTo>
                  <a:lnTo>
                    <a:pt x="6578" y="451752"/>
                  </a:lnTo>
                  <a:lnTo>
                    <a:pt x="0" y="419100"/>
                  </a:lnTo>
                  <a:lnTo>
                    <a:pt x="0" y="83820"/>
                  </a:lnTo>
                  <a:close/>
                </a:path>
              </a:pathLst>
            </a:custGeom>
            <a:ln w="12699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068315" y="2371471"/>
            <a:ext cx="1538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Frequency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Table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715002" y="3187954"/>
            <a:ext cx="2388870" cy="518795"/>
            <a:chOff x="4715002" y="3187954"/>
            <a:chExt cx="2388870" cy="518795"/>
          </a:xfrm>
        </p:grpSpPr>
        <p:sp>
          <p:nvSpPr>
            <p:cNvPr id="19" name="object 19"/>
            <p:cNvSpPr/>
            <p:nvPr/>
          </p:nvSpPr>
          <p:spPr>
            <a:xfrm>
              <a:off x="4721352" y="3194304"/>
              <a:ext cx="2376170" cy="506095"/>
            </a:xfrm>
            <a:custGeom>
              <a:avLst/>
              <a:gdLst/>
              <a:ahLst/>
              <a:cxnLst/>
              <a:rect l="l" t="t" r="r" b="b"/>
              <a:pathLst>
                <a:path w="2376170" h="506095">
                  <a:moveTo>
                    <a:pt x="2291588" y="0"/>
                  </a:moveTo>
                  <a:lnTo>
                    <a:pt x="84327" y="0"/>
                  </a:lnTo>
                  <a:lnTo>
                    <a:pt x="51488" y="6621"/>
                  </a:lnTo>
                  <a:lnTo>
                    <a:pt x="24685" y="24685"/>
                  </a:lnTo>
                  <a:lnTo>
                    <a:pt x="6621" y="51488"/>
                  </a:lnTo>
                  <a:lnTo>
                    <a:pt x="0" y="84328"/>
                  </a:lnTo>
                  <a:lnTo>
                    <a:pt x="0" y="421640"/>
                  </a:lnTo>
                  <a:lnTo>
                    <a:pt x="6621" y="454479"/>
                  </a:lnTo>
                  <a:lnTo>
                    <a:pt x="24685" y="481282"/>
                  </a:lnTo>
                  <a:lnTo>
                    <a:pt x="51488" y="499346"/>
                  </a:lnTo>
                  <a:lnTo>
                    <a:pt x="84327" y="505968"/>
                  </a:lnTo>
                  <a:lnTo>
                    <a:pt x="2291588" y="505968"/>
                  </a:lnTo>
                  <a:lnTo>
                    <a:pt x="2324427" y="499346"/>
                  </a:lnTo>
                  <a:lnTo>
                    <a:pt x="2351230" y="481282"/>
                  </a:lnTo>
                  <a:lnTo>
                    <a:pt x="2369294" y="454479"/>
                  </a:lnTo>
                  <a:lnTo>
                    <a:pt x="2375916" y="421640"/>
                  </a:lnTo>
                  <a:lnTo>
                    <a:pt x="2375916" y="84328"/>
                  </a:lnTo>
                  <a:lnTo>
                    <a:pt x="2369294" y="51488"/>
                  </a:lnTo>
                  <a:lnTo>
                    <a:pt x="2351230" y="24685"/>
                  </a:lnTo>
                  <a:lnTo>
                    <a:pt x="2324427" y="6621"/>
                  </a:lnTo>
                  <a:lnTo>
                    <a:pt x="229158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721352" y="3194304"/>
              <a:ext cx="2376170" cy="506095"/>
            </a:xfrm>
            <a:custGeom>
              <a:avLst/>
              <a:gdLst/>
              <a:ahLst/>
              <a:cxnLst/>
              <a:rect l="l" t="t" r="r" b="b"/>
              <a:pathLst>
                <a:path w="2376170" h="506095">
                  <a:moveTo>
                    <a:pt x="0" y="84328"/>
                  </a:moveTo>
                  <a:lnTo>
                    <a:pt x="6621" y="51488"/>
                  </a:lnTo>
                  <a:lnTo>
                    <a:pt x="24685" y="24685"/>
                  </a:lnTo>
                  <a:lnTo>
                    <a:pt x="51488" y="6621"/>
                  </a:lnTo>
                  <a:lnTo>
                    <a:pt x="84327" y="0"/>
                  </a:lnTo>
                  <a:lnTo>
                    <a:pt x="2291588" y="0"/>
                  </a:lnTo>
                  <a:lnTo>
                    <a:pt x="2324427" y="6621"/>
                  </a:lnTo>
                  <a:lnTo>
                    <a:pt x="2351230" y="24685"/>
                  </a:lnTo>
                  <a:lnTo>
                    <a:pt x="2369294" y="51488"/>
                  </a:lnTo>
                  <a:lnTo>
                    <a:pt x="2375916" y="84328"/>
                  </a:lnTo>
                  <a:lnTo>
                    <a:pt x="2375916" y="421640"/>
                  </a:lnTo>
                  <a:lnTo>
                    <a:pt x="2369294" y="454479"/>
                  </a:lnTo>
                  <a:lnTo>
                    <a:pt x="2351230" y="481282"/>
                  </a:lnTo>
                  <a:lnTo>
                    <a:pt x="2324427" y="499346"/>
                  </a:lnTo>
                  <a:lnTo>
                    <a:pt x="2291588" y="505968"/>
                  </a:lnTo>
                  <a:lnTo>
                    <a:pt x="84327" y="505968"/>
                  </a:lnTo>
                  <a:lnTo>
                    <a:pt x="51488" y="499346"/>
                  </a:lnTo>
                  <a:lnTo>
                    <a:pt x="24685" y="481282"/>
                  </a:lnTo>
                  <a:lnTo>
                    <a:pt x="6621" y="454479"/>
                  </a:lnTo>
                  <a:lnTo>
                    <a:pt x="0" y="421640"/>
                  </a:lnTo>
                  <a:lnTo>
                    <a:pt x="0" y="84328"/>
                  </a:lnTo>
                  <a:close/>
                </a:path>
              </a:pathLst>
            </a:custGeom>
            <a:ln w="12699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054600" y="3283077"/>
            <a:ext cx="1711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Covariance</a:t>
            </a:r>
            <a:r>
              <a:rPr sz="1800" spc="-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Matrix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718050" y="4186173"/>
            <a:ext cx="2388870" cy="515620"/>
            <a:chOff x="4718050" y="4186173"/>
            <a:chExt cx="2388870" cy="515620"/>
          </a:xfrm>
        </p:grpSpPr>
        <p:sp>
          <p:nvSpPr>
            <p:cNvPr id="23" name="object 23"/>
            <p:cNvSpPr/>
            <p:nvPr/>
          </p:nvSpPr>
          <p:spPr>
            <a:xfrm>
              <a:off x="4724400" y="4192523"/>
              <a:ext cx="2376170" cy="502920"/>
            </a:xfrm>
            <a:custGeom>
              <a:avLst/>
              <a:gdLst/>
              <a:ahLst/>
              <a:cxnLst/>
              <a:rect l="l" t="t" r="r" b="b"/>
              <a:pathLst>
                <a:path w="2376170" h="502920">
                  <a:moveTo>
                    <a:pt x="2292096" y="0"/>
                  </a:moveTo>
                  <a:lnTo>
                    <a:pt x="83820" y="0"/>
                  </a:lnTo>
                  <a:lnTo>
                    <a:pt x="51167" y="6578"/>
                  </a:lnTo>
                  <a:lnTo>
                    <a:pt x="24526" y="24526"/>
                  </a:lnTo>
                  <a:lnTo>
                    <a:pt x="6578" y="51167"/>
                  </a:lnTo>
                  <a:lnTo>
                    <a:pt x="0" y="83819"/>
                  </a:lnTo>
                  <a:lnTo>
                    <a:pt x="0" y="419100"/>
                  </a:lnTo>
                  <a:lnTo>
                    <a:pt x="6578" y="451699"/>
                  </a:lnTo>
                  <a:lnTo>
                    <a:pt x="24526" y="478345"/>
                  </a:lnTo>
                  <a:lnTo>
                    <a:pt x="51167" y="496323"/>
                  </a:lnTo>
                  <a:lnTo>
                    <a:pt x="83820" y="502919"/>
                  </a:lnTo>
                  <a:lnTo>
                    <a:pt x="2292096" y="502919"/>
                  </a:lnTo>
                  <a:lnTo>
                    <a:pt x="2324695" y="496323"/>
                  </a:lnTo>
                  <a:lnTo>
                    <a:pt x="2351341" y="478345"/>
                  </a:lnTo>
                  <a:lnTo>
                    <a:pt x="2369319" y="451699"/>
                  </a:lnTo>
                  <a:lnTo>
                    <a:pt x="2375916" y="419100"/>
                  </a:lnTo>
                  <a:lnTo>
                    <a:pt x="2375916" y="83819"/>
                  </a:lnTo>
                  <a:lnTo>
                    <a:pt x="2369319" y="51167"/>
                  </a:lnTo>
                  <a:lnTo>
                    <a:pt x="2351341" y="24526"/>
                  </a:lnTo>
                  <a:lnTo>
                    <a:pt x="2324695" y="6578"/>
                  </a:lnTo>
                  <a:lnTo>
                    <a:pt x="2292096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724400" y="4192523"/>
              <a:ext cx="2376170" cy="502920"/>
            </a:xfrm>
            <a:custGeom>
              <a:avLst/>
              <a:gdLst/>
              <a:ahLst/>
              <a:cxnLst/>
              <a:rect l="l" t="t" r="r" b="b"/>
              <a:pathLst>
                <a:path w="2376170" h="502920">
                  <a:moveTo>
                    <a:pt x="0" y="83819"/>
                  </a:moveTo>
                  <a:lnTo>
                    <a:pt x="6578" y="51167"/>
                  </a:lnTo>
                  <a:lnTo>
                    <a:pt x="24526" y="24526"/>
                  </a:lnTo>
                  <a:lnTo>
                    <a:pt x="51167" y="6578"/>
                  </a:lnTo>
                  <a:lnTo>
                    <a:pt x="83820" y="0"/>
                  </a:lnTo>
                  <a:lnTo>
                    <a:pt x="2292096" y="0"/>
                  </a:lnTo>
                  <a:lnTo>
                    <a:pt x="2324695" y="6578"/>
                  </a:lnTo>
                  <a:lnTo>
                    <a:pt x="2351341" y="24526"/>
                  </a:lnTo>
                  <a:lnTo>
                    <a:pt x="2369319" y="51167"/>
                  </a:lnTo>
                  <a:lnTo>
                    <a:pt x="2375916" y="83819"/>
                  </a:lnTo>
                  <a:lnTo>
                    <a:pt x="2375916" y="419100"/>
                  </a:lnTo>
                  <a:lnTo>
                    <a:pt x="2369319" y="451699"/>
                  </a:lnTo>
                  <a:lnTo>
                    <a:pt x="2351341" y="478345"/>
                  </a:lnTo>
                  <a:lnTo>
                    <a:pt x="2324695" y="496323"/>
                  </a:lnTo>
                  <a:lnTo>
                    <a:pt x="2292096" y="502919"/>
                  </a:lnTo>
                  <a:lnTo>
                    <a:pt x="83820" y="502919"/>
                  </a:lnTo>
                  <a:lnTo>
                    <a:pt x="51167" y="496323"/>
                  </a:lnTo>
                  <a:lnTo>
                    <a:pt x="24526" y="478345"/>
                  </a:lnTo>
                  <a:lnTo>
                    <a:pt x="6578" y="451699"/>
                  </a:lnTo>
                  <a:lnTo>
                    <a:pt x="0" y="419100"/>
                  </a:lnTo>
                  <a:lnTo>
                    <a:pt x="0" y="83819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036311" y="4280154"/>
            <a:ext cx="17538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Similarity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Function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715002" y="5117338"/>
            <a:ext cx="2388870" cy="515620"/>
            <a:chOff x="4715002" y="5117338"/>
            <a:chExt cx="2388870" cy="515620"/>
          </a:xfrm>
        </p:grpSpPr>
        <p:sp>
          <p:nvSpPr>
            <p:cNvPr id="27" name="object 27"/>
            <p:cNvSpPr/>
            <p:nvPr/>
          </p:nvSpPr>
          <p:spPr>
            <a:xfrm>
              <a:off x="4721352" y="5123688"/>
              <a:ext cx="2376170" cy="502920"/>
            </a:xfrm>
            <a:custGeom>
              <a:avLst/>
              <a:gdLst/>
              <a:ahLst/>
              <a:cxnLst/>
              <a:rect l="l" t="t" r="r" b="b"/>
              <a:pathLst>
                <a:path w="2376170" h="502920">
                  <a:moveTo>
                    <a:pt x="2292096" y="0"/>
                  </a:moveTo>
                  <a:lnTo>
                    <a:pt x="83820" y="0"/>
                  </a:lnTo>
                  <a:lnTo>
                    <a:pt x="51167" y="6578"/>
                  </a:lnTo>
                  <a:lnTo>
                    <a:pt x="24526" y="24526"/>
                  </a:lnTo>
                  <a:lnTo>
                    <a:pt x="6578" y="51167"/>
                  </a:lnTo>
                  <a:lnTo>
                    <a:pt x="0" y="83819"/>
                  </a:lnTo>
                  <a:lnTo>
                    <a:pt x="0" y="419100"/>
                  </a:lnTo>
                  <a:lnTo>
                    <a:pt x="6578" y="451726"/>
                  </a:lnTo>
                  <a:lnTo>
                    <a:pt x="24526" y="478369"/>
                  </a:lnTo>
                  <a:lnTo>
                    <a:pt x="51167" y="496332"/>
                  </a:lnTo>
                  <a:lnTo>
                    <a:pt x="83820" y="502920"/>
                  </a:lnTo>
                  <a:lnTo>
                    <a:pt x="2292096" y="502920"/>
                  </a:lnTo>
                  <a:lnTo>
                    <a:pt x="2324695" y="496332"/>
                  </a:lnTo>
                  <a:lnTo>
                    <a:pt x="2351341" y="478369"/>
                  </a:lnTo>
                  <a:lnTo>
                    <a:pt x="2369319" y="451726"/>
                  </a:lnTo>
                  <a:lnTo>
                    <a:pt x="2375916" y="419100"/>
                  </a:lnTo>
                  <a:lnTo>
                    <a:pt x="2375916" y="83819"/>
                  </a:lnTo>
                  <a:lnTo>
                    <a:pt x="2369319" y="51167"/>
                  </a:lnTo>
                  <a:lnTo>
                    <a:pt x="2351341" y="24526"/>
                  </a:lnTo>
                  <a:lnTo>
                    <a:pt x="2324695" y="6578"/>
                  </a:lnTo>
                  <a:lnTo>
                    <a:pt x="2292096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721352" y="5123688"/>
              <a:ext cx="2376170" cy="502920"/>
            </a:xfrm>
            <a:custGeom>
              <a:avLst/>
              <a:gdLst/>
              <a:ahLst/>
              <a:cxnLst/>
              <a:rect l="l" t="t" r="r" b="b"/>
              <a:pathLst>
                <a:path w="2376170" h="502920">
                  <a:moveTo>
                    <a:pt x="0" y="83819"/>
                  </a:moveTo>
                  <a:lnTo>
                    <a:pt x="6578" y="51167"/>
                  </a:lnTo>
                  <a:lnTo>
                    <a:pt x="24526" y="24526"/>
                  </a:lnTo>
                  <a:lnTo>
                    <a:pt x="51167" y="6578"/>
                  </a:lnTo>
                  <a:lnTo>
                    <a:pt x="83820" y="0"/>
                  </a:lnTo>
                  <a:lnTo>
                    <a:pt x="2292096" y="0"/>
                  </a:lnTo>
                  <a:lnTo>
                    <a:pt x="2324695" y="6578"/>
                  </a:lnTo>
                  <a:lnTo>
                    <a:pt x="2351341" y="24526"/>
                  </a:lnTo>
                  <a:lnTo>
                    <a:pt x="2369319" y="51167"/>
                  </a:lnTo>
                  <a:lnTo>
                    <a:pt x="2375916" y="83819"/>
                  </a:lnTo>
                  <a:lnTo>
                    <a:pt x="2375916" y="419100"/>
                  </a:lnTo>
                  <a:lnTo>
                    <a:pt x="2369319" y="451726"/>
                  </a:lnTo>
                  <a:lnTo>
                    <a:pt x="2351341" y="478369"/>
                  </a:lnTo>
                  <a:lnTo>
                    <a:pt x="2324695" y="496332"/>
                  </a:lnTo>
                  <a:lnTo>
                    <a:pt x="2292096" y="502920"/>
                  </a:lnTo>
                  <a:lnTo>
                    <a:pt x="83820" y="502920"/>
                  </a:lnTo>
                  <a:lnTo>
                    <a:pt x="51167" y="496332"/>
                  </a:lnTo>
                  <a:lnTo>
                    <a:pt x="24526" y="478369"/>
                  </a:lnTo>
                  <a:lnTo>
                    <a:pt x="6578" y="451726"/>
                  </a:lnTo>
                  <a:lnTo>
                    <a:pt x="0" y="419100"/>
                  </a:lnTo>
                  <a:lnTo>
                    <a:pt x="0" y="83819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5583428" y="5211317"/>
            <a:ext cx="651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Others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879208" y="1935226"/>
            <a:ext cx="3479800" cy="856615"/>
            <a:chOff x="6879208" y="1935226"/>
            <a:chExt cx="3479800" cy="856615"/>
          </a:xfrm>
        </p:grpSpPr>
        <p:sp>
          <p:nvSpPr>
            <p:cNvPr id="31" name="object 31"/>
            <p:cNvSpPr/>
            <p:nvPr/>
          </p:nvSpPr>
          <p:spPr>
            <a:xfrm>
              <a:off x="6882383" y="2136648"/>
              <a:ext cx="1435100" cy="652145"/>
            </a:xfrm>
            <a:custGeom>
              <a:avLst/>
              <a:gdLst/>
              <a:ahLst/>
              <a:cxnLst/>
              <a:rect l="l" t="t" r="r" b="b"/>
              <a:pathLst>
                <a:path w="1435100" h="652144">
                  <a:moveTo>
                    <a:pt x="0" y="398399"/>
                  </a:moveTo>
                  <a:lnTo>
                    <a:pt x="1435100" y="0"/>
                  </a:lnTo>
                </a:path>
                <a:path w="1435100" h="652144">
                  <a:moveTo>
                    <a:pt x="141732" y="399288"/>
                  </a:moveTo>
                  <a:lnTo>
                    <a:pt x="1365631" y="651637"/>
                  </a:lnTo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264651" y="1941576"/>
              <a:ext cx="2087880" cy="449580"/>
            </a:xfrm>
            <a:custGeom>
              <a:avLst/>
              <a:gdLst/>
              <a:ahLst/>
              <a:cxnLst/>
              <a:rect l="l" t="t" r="r" b="b"/>
              <a:pathLst>
                <a:path w="2087879" h="449580">
                  <a:moveTo>
                    <a:pt x="2012950" y="0"/>
                  </a:moveTo>
                  <a:lnTo>
                    <a:pt x="74929" y="0"/>
                  </a:lnTo>
                  <a:lnTo>
                    <a:pt x="45755" y="5885"/>
                  </a:lnTo>
                  <a:lnTo>
                    <a:pt x="21939" y="21939"/>
                  </a:lnTo>
                  <a:lnTo>
                    <a:pt x="5885" y="45755"/>
                  </a:lnTo>
                  <a:lnTo>
                    <a:pt x="0" y="74929"/>
                  </a:lnTo>
                  <a:lnTo>
                    <a:pt x="0" y="374650"/>
                  </a:lnTo>
                  <a:lnTo>
                    <a:pt x="5885" y="403824"/>
                  </a:lnTo>
                  <a:lnTo>
                    <a:pt x="21939" y="427640"/>
                  </a:lnTo>
                  <a:lnTo>
                    <a:pt x="45755" y="443694"/>
                  </a:lnTo>
                  <a:lnTo>
                    <a:pt x="74929" y="449579"/>
                  </a:lnTo>
                  <a:lnTo>
                    <a:pt x="2012950" y="449579"/>
                  </a:lnTo>
                  <a:lnTo>
                    <a:pt x="2042124" y="443694"/>
                  </a:lnTo>
                  <a:lnTo>
                    <a:pt x="2065940" y="427640"/>
                  </a:lnTo>
                  <a:lnTo>
                    <a:pt x="2081994" y="403824"/>
                  </a:lnTo>
                  <a:lnTo>
                    <a:pt x="2087879" y="374650"/>
                  </a:lnTo>
                  <a:lnTo>
                    <a:pt x="2087879" y="74929"/>
                  </a:lnTo>
                  <a:lnTo>
                    <a:pt x="2081994" y="45755"/>
                  </a:lnTo>
                  <a:lnTo>
                    <a:pt x="2065940" y="21939"/>
                  </a:lnTo>
                  <a:lnTo>
                    <a:pt x="2042124" y="5885"/>
                  </a:lnTo>
                  <a:lnTo>
                    <a:pt x="201295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264651" y="1941576"/>
              <a:ext cx="2087880" cy="449580"/>
            </a:xfrm>
            <a:custGeom>
              <a:avLst/>
              <a:gdLst/>
              <a:ahLst/>
              <a:cxnLst/>
              <a:rect l="l" t="t" r="r" b="b"/>
              <a:pathLst>
                <a:path w="2087879" h="449580">
                  <a:moveTo>
                    <a:pt x="0" y="74929"/>
                  </a:moveTo>
                  <a:lnTo>
                    <a:pt x="5885" y="45755"/>
                  </a:lnTo>
                  <a:lnTo>
                    <a:pt x="21939" y="21939"/>
                  </a:lnTo>
                  <a:lnTo>
                    <a:pt x="45755" y="5885"/>
                  </a:lnTo>
                  <a:lnTo>
                    <a:pt x="74929" y="0"/>
                  </a:lnTo>
                  <a:lnTo>
                    <a:pt x="2012950" y="0"/>
                  </a:lnTo>
                  <a:lnTo>
                    <a:pt x="2042124" y="5885"/>
                  </a:lnTo>
                  <a:lnTo>
                    <a:pt x="2065940" y="21939"/>
                  </a:lnTo>
                  <a:lnTo>
                    <a:pt x="2081994" y="45755"/>
                  </a:lnTo>
                  <a:lnTo>
                    <a:pt x="2087879" y="74929"/>
                  </a:lnTo>
                  <a:lnTo>
                    <a:pt x="2087879" y="374650"/>
                  </a:lnTo>
                  <a:lnTo>
                    <a:pt x="2081994" y="403824"/>
                  </a:lnTo>
                  <a:lnTo>
                    <a:pt x="2065940" y="427640"/>
                  </a:lnTo>
                  <a:lnTo>
                    <a:pt x="2042124" y="443694"/>
                  </a:lnTo>
                  <a:lnTo>
                    <a:pt x="2012950" y="449579"/>
                  </a:lnTo>
                  <a:lnTo>
                    <a:pt x="74929" y="449579"/>
                  </a:lnTo>
                  <a:lnTo>
                    <a:pt x="45755" y="443694"/>
                  </a:lnTo>
                  <a:lnTo>
                    <a:pt x="21939" y="427640"/>
                  </a:lnTo>
                  <a:lnTo>
                    <a:pt x="5885" y="403824"/>
                  </a:lnTo>
                  <a:lnTo>
                    <a:pt x="0" y="374650"/>
                  </a:lnTo>
                  <a:lnTo>
                    <a:pt x="0" y="74929"/>
                  </a:lnTo>
                  <a:close/>
                </a:path>
              </a:pathLst>
            </a:custGeom>
            <a:ln w="12699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8445754" y="2002282"/>
            <a:ext cx="1727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Bayesian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Methods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8243061" y="2523489"/>
            <a:ext cx="2099310" cy="462280"/>
            <a:chOff x="8243061" y="2523489"/>
            <a:chExt cx="2099310" cy="462280"/>
          </a:xfrm>
        </p:grpSpPr>
        <p:sp>
          <p:nvSpPr>
            <p:cNvPr id="36" name="object 36"/>
            <p:cNvSpPr/>
            <p:nvPr/>
          </p:nvSpPr>
          <p:spPr>
            <a:xfrm>
              <a:off x="8249411" y="2529839"/>
              <a:ext cx="2086610" cy="449580"/>
            </a:xfrm>
            <a:custGeom>
              <a:avLst/>
              <a:gdLst/>
              <a:ahLst/>
              <a:cxnLst/>
              <a:rect l="l" t="t" r="r" b="b"/>
              <a:pathLst>
                <a:path w="2086609" h="449580">
                  <a:moveTo>
                    <a:pt x="2011426" y="0"/>
                  </a:moveTo>
                  <a:lnTo>
                    <a:pt x="74930" y="0"/>
                  </a:lnTo>
                  <a:lnTo>
                    <a:pt x="45755" y="5885"/>
                  </a:lnTo>
                  <a:lnTo>
                    <a:pt x="21939" y="21939"/>
                  </a:lnTo>
                  <a:lnTo>
                    <a:pt x="5885" y="45755"/>
                  </a:lnTo>
                  <a:lnTo>
                    <a:pt x="0" y="74930"/>
                  </a:lnTo>
                  <a:lnTo>
                    <a:pt x="0" y="374650"/>
                  </a:lnTo>
                  <a:lnTo>
                    <a:pt x="5885" y="403824"/>
                  </a:lnTo>
                  <a:lnTo>
                    <a:pt x="21939" y="427640"/>
                  </a:lnTo>
                  <a:lnTo>
                    <a:pt x="45755" y="443694"/>
                  </a:lnTo>
                  <a:lnTo>
                    <a:pt x="74930" y="449580"/>
                  </a:lnTo>
                  <a:lnTo>
                    <a:pt x="2011426" y="449580"/>
                  </a:lnTo>
                  <a:lnTo>
                    <a:pt x="2040600" y="443694"/>
                  </a:lnTo>
                  <a:lnTo>
                    <a:pt x="2064416" y="427640"/>
                  </a:lnTo>
                  <a:lnTo>
                    <a:pt x="2080470" y="403824"/>
                  </a:lnTo>
                  <a:lnTo>
                    <a:pt x="2086356" y="374650"/>
                  </a:lnTo>
                  <a:lnTo>
                    <a:pt x="2086356" y="74930"/>
                  </a:lnTo>
                  <a:lnTo>
                    <a:pt x="2080470" y="45755"/>
                  </a:lnTo>
                  <a:lnTo>
                    <a:pt x="2064416" y="21939"/>
                  </a:lnTo>
                  <a:lnTo>
                    <a:pt x="2040600" y="5885"/>
                  </a:lnTo>
                  <a:lnTo>
                    <a:pt x="2011426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249411" y="2529839"/>
              <a:ext cx="2086610" cy="449580"/>
            </a:xfrm>
            <a:custGeom>
              <a:avLst/>
              <a:gdLst/>
              <a:ahLst/>
              <a:cxnLst/>
              <a:rect l="l" t="t" r="r" b="b"/>
              <a:pathLst>
                <a:path w="2086609" h="449580">
                  <a:moveTo>
                    <a:pt x="0" y="74930"/>
                  </a:moveTo>
                  <a:lnTo>
                    <a:pt x="5885" y="45755"/>
                  </a:lnTo>
                  <a:lnTo>
                    <a:pt x="21939" y="21939"/>
                  </a:lnTo>
                  <a:lnTo>
                    <a:pt x="45755" y="5885"/>
                  </a:lnTo>
                  <a:lnTo>
                    <a:pt x="74930" y="0"/>
                  </a:lnTo>
                  <a:lnTo>
                    <a:pt x="2011426" y="0"/>
                  </a:lnTo>
                  <a:lnTo>
                    <a:pt x="2040600" y="5885"/>
                  </a:lnTo>
                  <a:lnTo>
                    <a:pt x="2064416" y="21939"/>
                  </a:lnTo>
                  <a:lnTo>
                    <a:pt x="2080470" y="45755"/>
                  </a:lnTo>
                  <a:lnTo>
                    <a:pt x="2086356" y="74930"/>
                  </a:lnTo>
                  <a:lnTo>
                    <a:pt x="2086356" y="374650"/>
                  </a:lnTo>
                  <a:lnTo>
                    <a:pt x="2080470" y="403824"/>
                  </a:lnTo>
                  <a:lnTo>
                    <a:pt x="2064416" y="427640"/>
                  </a:lnTo>
                  <a:lnTo>
                    <a:pt x="2040600" y="443694"/>
                  </a:lnTo>
                  <a:lnTo>
                    <a:pt x="2011426" y="449580"/>
                  </a:lnTo>
                  <a:lnTo>
                    <a:pt x="74930" y="449580"/>
                  </a:lnTo>
                  <a:lnTo>
                    <a:pt x="45755" y="443694"/>
                  </a:lnTo>
                  <a:lnTo>
                    <a:pt x="21939" y="427640"/>
                  </a:lnTo>
                  <a:lnTo>
                    <a:pt x="5885" y="403824"/>
                  </a:lnTo>
                  <a:lnTo>
                    <a:pt x="0" y="374650"/>
                  </a:lnTo>
                  <a:lnTo>
                    <a:pt x="0" y="74930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8614409" y="2590546"/>
            <a:ext cx="13563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Decision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Trees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7094093" y="3110229"/>
            <a:ext cx="3266440" cy="822960"/>
            <a:chOff x="7094093" y="3110229"/>
            <a:chExt cx="3266440" cy="822960"/>
          </a:xfrm>
        </p:grpSpPr>
        <p:sp>
          <p:nvSpPr>
            <p:cNvPr id="40" name="object 40"/>
            <p:cNvSpPr/>
            <p:nvPr/>
          </p:nvSpPr>
          <p:spPr>
            <a:xfrm>
              <a:off x="7097268" y="3342131"/>
              <a:ext cx="1167130" cy="587375"/>
            </a:xfrm>
            <a:custGeom>
              <a:avLst/>
              <a:gdLst/>
              <a:ahLst/>
              <a:cxnLst/>
              <a:rect l="l" t="t" r="r" b="b"/>
              <a:pathLst>
                <a:path w="1167129" h="587375">
                  <a:moveTo>
                    <a:pt x="0" y="105917"/>
                  </a:moveTo>
                  <a:lnTo>
                    <a:pt x="1166749" y="0"/>
                  </a:lnTo>
                </a:path>
                <a:path w="1167129" h="587375">
                  <a:moveTo>
                    <a:pt x="0" y="105155"/>
                  </a:moveTo>
                  <a:lnTo>
                    <a:pt x="1166749" y="587374"/>
                  </a:lnTo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264652" y="3116579"/>
              <a:ext cx="2089785" cy="449580"/>
            </a:xfrm>
            <a:custGeom>
              <a:avLst/>
              <a:gdLst/>
              <a:ahLst/>
              <a:cxnLst/>
              <a:rect l="l" t="t" r="r" b="b"/>
              <a:pathLst>
                <a:path w="2089784" h="449579">
                  <a:moveTo>
                    <a:pt x="2014474" y="0"/>
                  </a:moveTo>
                  <a:lnTo>
                    <a:pt x="74929" y="0"/>
                  </a:lnTo>
                  <a:lnTo>
                    <a:pt x="45755" y="5885"/>
                  </a:lnTo>
                  <a:lnTo>
                    <a:pt x="21939" y="21939"/>
                  </a:lnTo>
                  <a:lnTo>
                    <a:pt x="5885" y="45755"/>
                  </a:lnTo>
                  <a:lnTo>
                    <a:pt x="0" y="74930"/>
                  </a:lnTo>
                  <a:lnTo>
                    <a:pt x="0" y="374650"/>
                  </a:lnTo>
                  <a:lnTo>
                    <a:pt x="5885" y="403824"/>
                  </a:lnTo>
                  <a:lnTo>
                    <a:pt x="21939" y="427640"/>
                  </a:lnTo>
                  <a:lnTo>
                    <a:pt x="45755" y="443694"/>
                  </a:lnTo>
                  <a:lnTo>
                    <a:pt x="74929" y="449580"/>
                  </a:lnTo>
                  <a:lnTo>
                    <a:pt x="2014474" y="449580"/>
                  </a:lnTo>
                  <a:lnTo>
                    <a:pt x="2043648" y="443694"/>
                  </a:lnTo>
                  <a:lnTo>
                    <a:pt x="2067464" y="427640"/>
                  </a:lnTo>
                  <a:lnTo>
                    <a:pt x="2083518" y="403824"/>
                  </a:lnTo>
                  <a:lnTo>
                    <a:pt x="2089403" y="374650"/>
                  </a:lnTo>
                  <a:lnTo>
                    <a:pt x="2089403" y="74930"/>
                  </a:lnTo>
                  <a:lnTo>
                    <a:pt x="2083518" y="45755"/>
                  </a:lnTo>
                  <a:lnTo>
                    <a:pt x="2067464" y="21939"/>
                  </a:lnTo>
                  <a:lnTo>
                    <a:pt x="2043648" y="5885"/>
                  </a:lnTo>
                  <a:lnTo>
                    <a:pt x="2014474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264652" y="3116579"/>
              <a:ext cx="2089785" cy="449580"/>
            </a:xfrm>
            <a:custGeom>
              <a:avLst/>
              <a:gdLst/>
              <a:ahLst/>
              <a:cxnLst/>
              <a:rect l="l" t="t" r="r" b="b"/>
              <a:pathLst>
                <a:path w="2089784" h="449579">
                  <a:moveTo>
                    <a:pt x="0" y="74930"/>
                  </a:moveTo>
                  <a:lnTo>
                    <a:pt x="5885" y="45755"/>
                  </a:lnTo>
                  <a:lnTo>
                    <a:pt x="21939" y="21939"/>
                  </a:lnTo>
                  <a:lnTo>
                    <a:pt x="45755" y="5885"/>
                  </a:lnTo>
                  <a:lnTo>
                    <a:pt x="74929" y="0"/>
                  </a:lnTo>
                  <a:lnTo>
                    <a:pt x="2014474" y="0"/>
                  </a:lnTo>
                  <a:lnTo>
                    <a:pt x="2043648" y="5885"/>
                  </a:lnTo>
                  <a:lnTo>
                    <a:pt x="2067464" y="21939"/>
                  </a:lnTo>
                  <a:lnTo>
                    <a:pt x="2083518" y="45755"/>
                  </a:lnTo>
                  <a:lnTo>
                    <a:pt x="2089403" y="74930"/>
                  </a:lnTo>
                  <a:lnTo>
                    <a:pt x="2089403" y="374650"/>
                  </a:lnTo>
                  <a:lnTo>
                    <a:pt x="2083518" y="403824"/>
                  </a:lnTo>
                  <a:lnTo>
                    <a:pt x="2067464" y="427640"/>
                  </a:lnTo>
                  <a:lnTo>
                    <a:pt x="2043648" y="443694"/>
                  </a:lnTo>
                  <a:lnTo>
                    <a:pt x="2014474" y="449580"/>
                  </a:lnTo>
                  <a:lnTo>
                    <a:pt x="74929" y="449580"/>
                  </a:lnTo>
                  <a:lnTo>
                    <a:pt x="45755" y="443694"/>
                  </a:lnTo>
                  <a:lnTo>
                    <a:pt x="21939" y="427640"/>
                  </a:lnTo>
                  <a:lnTo>
                    <a:pt x="5885" y="403824"/>
                  </a:lnTo>
                  <a:lnTo>
                    <a:pt x="0" y="374650"/>
                  </a:lnTo>
                  <a:lnTo>
                    <a:pt x="0" y="74930"/>
                  </a:lnTo>
                  <a:close/>
                </a:path>
              </a:pathLst>
            </a:custGeom>
            <a:ln w="12699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8413750" y="3176727"/>
            <a:ext cx="1792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Linear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Dis.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Analysis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8258302" y="3698494"/>
            <a:ext cx="2102485" cy="462280"/>
            <a:chOff x="8258302" y="3698494"/>
            <a:chExt cx="2102485" cy="462280"/>
          </a:xfrm>
        </p:grpSpPr>
        <p:sp>
          <p:nvSpPr>
            <p:cNvPr id="45" name="object 45"/>
            <p:cNvSpPr/>
            <p:nvPr/>
          </p:nvSpPr>
          <p:spPr>
            <a:xfrm>
              <a:off x="8264652" y="3704844"/>
              <a:ext cx="2089785" cy="449580"/>
            </a:xfrm>
            <a:custGeom>
              <a:avLst/>
              <a:gdLst/>
              <a:ahLst/>
              <a:cxnLst/>
              <a:rect l="l" t="t" r="r" b="b"/>
              <a:pathLst>
                <a:path w="2089784" h="449579">
                  <a:moveTo>
                    <a:pt x="2014474" y="0"/>
                  </a:moveTo>
                  <a:lnTo>
                    <a:pt x="74929" y="0"/>
                  </a:lnTo>
                  <a:lnTo>
                    <a:pt x="45755" y="5885"/>
                  </a:lnTo>
                  <a:lnTo>
                    <a:pt x="21939" y="21939"/>
                  </a:lnTo>
                  <a:lnTo>
                    <a:pt x="5885" y="45755"/>
                  </a:lnTo>
                  <a:lnTo>
                    <a:pt x="0" y="74929"/>
                  </a:lnTo>
                  <a:lnTo>
                    <a:pt x="0" y="374649"/>
                  </a:lnTo>
                  <a:lnTo>
                    <a:pt x="5885" y="403824"/>
                  </a:lnTo>
                  <a:lnTo>
                    <a:pt x="21939" y="427640"/>
                  </a:lnTo>
                  <a:lnTo>
                    <a:pt x="45755" y="443694"/>
                  </a:lnTo>
                  <a:lnTo>
                    <a:pt x="74929" y="449579"/>
                  </a:lnTo>
                  <a:lnTo>
                    <a:pt x="2014474" y="449579"/>
                  </a:lnTo>
                  <a:lnTo>
                    <a:pt x="2043648" y="443694"/>
                  </a:lnTo>
                  <a:lnTo>
                    <a:pt x="2067464" y="427640"/>
                  </a:lnTo>
                  <a:lnTo>
                    <a:pt x="2083518" y="403824"/>
                  </a:lnTo>
                  <a:lnTo>
                    <a:pt x="2089403" y="374649"/>
                  </a:lnTo>
                  <a:lnTo>
                    <a:pt x="2089403" y="74929"/>
                  </a:lnTo>
                  <a:lnTo>
                    <a:pt x="2083518" y="45755"/>
                  </a:lnTo>
                  <a:lnTo>
                    <a:pt x="2067464" y="21939"/>
                  </a:lnTo>
                  <a:lnTo>
                    <a:pt x="2043648" y="5885"/>
                  </a:lnTo>
                  <a:lnTo>
                    <a:pt x="2014474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264652" y="3704844"/>
              <a:ext cx="2089785" cy="449580"/>
            </a:xfrm>
            <a:custGeom>
              <a:avLst/>
              <a:gdLst/>
              <a:ahLst/>
              <a:cxnLst/>
              <a:rect l="l" t="t" r="r" b="b"/>
              <a:pathLst>
                <a:path w="2089784" h="449579">
                  <a:moveTo>
                    <a:pt x="0" y="74929"/>
                  </a:moveTo>
                  <a:lnTo>
                    <a:pt x="5885" y="45755"/>
                  </a:lnTo>
                  <a:lnTo>
                    <a:pt x="21939" y="21939"/>
                  </a:lnTo>
                  <a:lnTo>
                    <a:pt x="45755" y="5885"/>
                  </a:lnTo>
                  <a:lnTo>
                    <a:pt x="74929" y="0"/>
                  </a:lnTo>
                  <a:lnTo>
                    <a:pt x="2014474" y="0"/>
                  </a:lnTo>
                  <a:lnTo>
                    <a:pt x="2043648" y="5885"/>
                  </a:lnTo>
                  <a:lnTo>
                    <a:pt x="2067464" y="21939"/>
                  </a:lnTo>
                  <a:lnTo>
                    <a:pt x="2083518" y="45755"/>
                  </a:lnTo>
                  <a:lnTo>
                    <a:pt x="2089403" y="74929"/>
                  </a:lnTo>
                  <a:lnTo>
                    <a:pt x="2089403" y="374649"/>
                  </a:lnTo>
                  <a:lnTo>
                    <a:pt x="2083518" y="403824"/>
                  </a:lnTo>
                  <a:lnTo>
                    <a:pt x="2067464" y="427640"/>
                  </a:lnTo>
                  <a:lnTo>
                    <a:pt x="2043648" y="443694"/>
                  </a:lnTo>
                  <a:lnTo>
                    <a:pt x="2014474" y="449579"/>
                  </a:lnTo>
                  <a:lnTo>
                    <a:pt x="74929" y="449579"/>
                  </a:lnTo>
                  <a:lnTo>
                    <a:pt x="45755" y="443694"/>
                  </a:lnTo>
                  <a:lnTo>
                    <a:pt x="21939" y="427640"/>
                  </a:lnTo>
                  <a:lnTo>
                    <a:pt x="5885" y="403824"/>
                  </a:lnTo>
                  <a:lnTo>
                    <a:pt x="0" y="374649"/>
                  </a:lnTo>
                  <a:lnTo>
                    <a:pt x="0" y="74929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8424418" y="3765295"/>
            <a:ext cx="177101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Logistic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Regression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7097141" y="4285234"/>
            <a:ext cx="3245485" cy="461009"/>
            <a:chOff x="7097141" y="4285234"/>
            <a:chExt cx="3245485" cy="461009"/>
          </a:xfrm>
        </p:grpSpPr>
        <p:sp>
          <p:nvSpPr>
            <p:cNvPr id="49" name="object 49"/>
            <p:cNvSpPr/>
            <p:nvPr/>
          </p:nvSpPr>
          <p:spPr>
            <a:xfrm>
              <a:off x="7100316" y="4443984"/>
              <a:ext cx="1148080" cy="71755"/>
            </a:xfrm>
            <a:custGeom>
              <a:avLst/>
              <a:gdLst/>
              <a:ahLst/>
              <a:cxnLst/>
              <a:rect l="l" t="t" r="r" b="b"/>
              <a:pathLst>
                <a:path w="1148079" h="71754">
                  <a:moveTo>
                    <a:pt x="0" y="0"/>
                  </a:moveTo>
                  <a:lnTo>
                    <a:pt x="1147699" y="71501"/>
                  </a:lnTo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8249412" y="4291584"/>
              <a:ext cx="2086610" cy="448309"/>
            </a:xfrm>
            <a:custGeom>
              <a:avLst/>
              <a:gdLst/>
              <a:ahLst/>
              <a:cxnLst/>
              <a:rect l="l" t="t" r="r" b="b"/>
              <a:pathLst>
                <a:path w="2086609" h="448310">
                  <a:moveTo>
                    <a:pt x="2011680" y="0"/>
                  </a:moveTo>
                  <a:lnTo>
                    <a:pt x="74676" y="0"/>
                  </a:lnTo>
                  <a:lnTo>
                    <a:pt x="45594" y="5863"/>
                  </a:lnTo>
                  <a:lnTo>
                    <a:pt x="21859" y="21859"/>
                  </a:lnTo>
                  <a:lnTo>
                    <a:pt x="5863" y="45594"/>
                  </a:lnTo>
                  <a:lnTo>
                    <a:pt x="0" y="74676"/>
                  </a:lnTo>
                  <a:lnTo>
                    <a:pt x="0" y="373380"/>
                  </a:lnTo>
                  <a:lnTo>
                    <a:pt x="5863" y="402461"/>
                  </a:lnTo>
                  <a:lnTo>
                    <a:pt x="21859" y="426196"/>
                  </a:lnTo>
                  <a:lnTo>
                    <a:pt x="45594" y="442192"/>
                  </a:lnTo>
                  <a:lnTo>
                    <a:pt x="74676" y="448056"/>
                  </a:lnTo>
                  <a:lnTo>
                    <a:pt x="2011680" y="448056"/>
                  </a:lnTo>
                  <a:lnTo>
                    <a:pt x="2040761" y="442192"/>
                  </a:lnTo>
                  <a:lnTo>
                    <a:pt x="2064496" y="426196"/>
                  </a:lnTo>
                  <a:lnTo>
                    <a:pt x="2080492" y="402461"/>
                  </a:lnTo>
                  <a:lnTo>
                    <a:pt x="2086356" y="373380"/>
                  </a:lnTo>
                  <a:lnTo>
                    <a:pt x="2086356" y="74676"/>
                  </a:lnTo>
                  <a:lnTo>
                    <a:pt x="2080492" y="45594"/>
                  </a:lnTo>
                  <a:lnTo>
                    <a:pt x="2064496" y="21859"/>
                  </a:lnTo>
                  <a:lnTo>
                    <a:pt x="2040761" y="5863"/>
                  </a:lnTo>
                  <a:lnTo>
                    <a:pt x="201168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8249412" y="4291584"/>
              <a:ext cx="2086610" cy="448309"/>
            </a:xfrm>
            <a:custGeom>
              <a:avLst/>
              <a:gdLst/>
              <a:ahLst/>
              <a:cxnLst/>
              <a:rect l="l" t="t" r="r" b="b"/>
              <a:pathLst>
                <a:path w="2086609" h="448310">
                  <a:moveTo>
                    <a:pt x="0" y="74676"/>
                  </a:moveTo>
                  <a:lnTo>
                    <a:pt x="5863" y="45594"/>
                  </a:lnTo>
                  <a:lnTo>
                    <a:pt x="21859" y="21859"/>
                  </a:lnTo>
                  <a:lnTo>
                    <a:pt x="45594" y="5863"/>
                  </a:lnTo>
                  <a:lnTo>
                    <a:pt x="74676" y="0"/>
                  </a:lnTo>
                  <a:lnTo>
                    <a:pt x="2011680" y="0"/>
                  </a:lnTo>
                  <a:lnTo>
                    <a:pt x="2040761" y="5863"/>
                  </a:lnTo>
                  <a:lnTo>
                    <a:pt x="2064496" y="21859"/>
                  </a:lnTo>
                  <a:lnTo>
                    <a:pt x="2080492" y="45594"/>
                  </a:lnTo>
                  <a:lnTo>
                    <a:pt x="2086356" y="74676"/>
                  </a:lnTo>
                  <a:lnTo>
                    <a:pt x="2086356" y="373380"/>
                  </a:lnTo>
                  <a:lnTo>
                    <a:pt x="2080492" y="402461"/>
                  </a:lnTo>
                  <a:lnTo>
                    <a:pt x="2064496" y="426196"/>
                  </a:lnTo>
                  <a:lnTo>
                    <a:pt x="2040761" y="442192"/>
                  </a:lnTo>
                  <a:lnTo>
                    <a:pt x="2011680" y="448056"/>
                  </a:lnTo>
                  <a:lnTo>
                    <a:pt x="74676" y="448056"/>
                  </a:lnTo>
                  <a:lnTo>
                    <a:pt x="45594" y="442192"/>
                  </a:lnTo>
                  <a:lnTo>
                    <a:pt x="21859" y="426196"/>
                  </a:lnTo>
                  <a:lnTo>
                    <a:pt x="5863" y="402461"/>
                  </a:lnTo>
                  <a:lnTo>
                    <a:pt x="0" y="373380"/>
                  </a:lnTo>
                  <a:lnTo>
                    <a:pt x="0" y="74676"/>
                  </a:lnTo>
                  <a:close/>
                </a:path>
              </a:pathLst>
            </a:custGeom>
            <a:ln w="12699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8375142" y="4351096"/>
            <a:ext cx="18370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K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Nearest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Neighbor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7094093" y="4870450"/>
            <a:ext cx="3248025" cy="904875"/>
            <a:chOff x="7094093" y="4870450"/>
            <a:chExt cx="3248025" cy="904875"/>
          </a:xfrm>
        </p:grpSpPr>
        <p:sp>
          <p:nvSpPr>
            <p:cNvPr id="54" name="object 54"/>
            <p:cNvSpPr/>
            <p:nvPr/>
          </p:nvSpPr>
          <p:spPr>
            <a:xfrm>
              <a:off x="7097268" y="5123688"/>
              <a:ext cx="1435100" cy="648335"/>
            </a:xfrm>
            <a:custGeom>
              <a:avLst/>
              <a:gdLst/>
              <a:ahLst/>
              <a:cxnLst/>
              <a:rect l="l" t="t" r="r" b="b"/>
              <a:pathLst>
                <a:path w="1435100" h="648335">
                  <a:moveTo>
                    <a:pt x="0" y="250825"/>
                  </a:moveTo>
                  <a:lnTo>
                    <a:pt x="1219200" y="0"/>
                  </a:lnTo>
                </a:path>
                <a:path w="1435100" h="648335">
                  <a:moveTo>
                    <a:pt x="0" y="251459"/>
                  </a:moveTo>
                  <a:lnTo>
                    <a:pt x="1435100" y="648335"/>
                  </a:lnTo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8249412" y="4876800"/>
              <a:ext cx="2086610" cy="449580"/>
            </a:xfrm>
            <a:custGeom>
              <a:avLst/>
              <a:gdLst/>
              <a:ahLst/>
              <a:cxnLst/>
              <a:rect l="l" t="t" r="r" b="b"/>
              <a:pathLst>
                <a:path w="2086609" h="449579">
                  <a:moveTo>
                    <a:pt x="2011426" y="0"/>
                  </a:moveTo>
                  <a:lnTo>
                    <a:pt x="74930" y="0"/>
                  </a:lnTo>
                  <a:lnTo>
                    <a:pt x="45755" y="5885"/>
                  </a:lnTo>
                  <a:lnTo>
                    <a:pt x="21939" y="21939"/>
                  </a:lnTo>
                  <a:lnTo>
                    <a:pt x="5885" y="45755"/>
                  </a:lnTo>
                  <a:lnTo>
                    <a:pt x="0" y="74930"/>
                  </a:lnTo>
                  <a:lnTo>
                    <a:pt x="0" y="374650"/>
                  </a:lnTo>
                  <a:lnTo>
                    <a:pt x="5885" y="403824"/>
                  </a:lnTo>
                  <a:lnTo>
                    <a:pt x="21939" y="427640"/>
                  </a:lnTo>
                  <a:lnTo>
                    <a:pt x="45755" y="443694"/>
                  </a:lnTo>
                  <a:lnTo>
                    <a:pt x="74930" y="449580"/>
                  </a:lnTo>
                  <a:lnTo>
                    <a:pt x="2011426" y="449580"/>
                  </a:lnTo>
                  <a:lnTo>
                    <a:pt x="2040600" y="443694"/>
                  </a:lnTo>
                  <a:lnTo>
                    <a:pt x="2064416" y="427640"/>
                  </a:lnTo>
                  <a:lnTo>
                    <a:pt x="2080470" y="403824"/>
                  </a:lnTo>
                  <a:lnTo>
                    <a:pt x="2086356" y="374650"/>
                  </a:lnTo>
                  <a:lnTo>
                    <a:pt x="2086356" y="74930"/>
                  </a:lnTo>
                  <a:lnTo>
                    <a:pt x="2080470" y="45755"/>
                  </a:lnTo>
                  <a:lnTo>
                    <a:pt x="2064416" y="21939"/>
                  </a:lnTo>
                  <a:lnTo>
                    <a:pt x="2040600" y="5885"/>
                  </a:lnTo>
                  <a:lnTo>
                    <a:pt x="2011426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8249412" y="4876800"/>
              <a:ext cx="2086610" cy="449580"/>
            </a:xfrm>
            <a:custGeom>
              <a:avLst/>
              <a:gdLst/>
              <a:ahLst/>
              <a:cxnLst/>
              <a:rect l="l" t="t" r="r" b="b"/>
              <a:pathLst>
                <a:path w="2086609" h="449579">
                  <a:moveTo>
                    <a:pt x="0" y="74930"/>
                  </a:moveTo>
                  <a:lnTo>
                    <a:pt x="5885" y="45755"/>
                  </a:lnTo>
                  <a:lnTo>
                    <a:pt x="21939" y="21939"/>
                  </a:lnTo>
                  <a:lnTo>
                    <a:pt x="45755" y="5885"/>
                  </a:lnTo>
                  <a:lnTo>
                    <a:pt x="74930" y="0"/>
                  </a:lnTo>
                  <a:lnTo>
                    <a:pt x="2011426" y="0"/>
                  </a:lnTo>
                  <a:lnTo>
                    <a:pt x="2040600" y="5885"/>
                  </a:lnTo>
                  <a:lnTo>
                    <a:pt x="2064416" y="21939"/>
                  </a:lnTo>
                  <a:lnTo>
                    <a:pt x="2080470" y="45755"/>
                  </a:lnTo>
                  <a:lnTo>
                    <a:pt x="2086356" y="74930"/>
                  </a:lnTo>
                  <a:lnTo>
                    <a:pt x="2086356" y="374650"/>
                  </a:lnTo>
                  <a:lnTo>
                    <a:pt x="2080470" y="403824"/>
                  </a:lnTo>
                  <a:lnTo>
                    <a:pt x="2064416" y="427640"/>
                  </a:lnTo>
                  <a:lnTo>
                    <a:pt x="2040600" y="443694"/>
                  </a:lnTo>
                  <a:lnTo>
                    <a:pt x="2011426" y="449580"/>
                  </a:lnTo>
                  <a:lnTo>
                    <a:pt x="74930" y="449580"/>
                  </a:lnTo>
                  <a:lnTo>
                    <a:pt x="45755" y="443694"/>
                  </a:lnTo>
                  <a:lnTo>
                    <a:pt x="21939" y="427640"/>
                  </a:lnTo>
                  <a:lnTo>
                    <a:pt x="5885" y="403824"/>
                  </a:lnTo>
                  <a:lnTo>
                    <a:pt x="0" y="374650"/>
                  </a:lnTo>
                  <a:lnTo>
                    <a:pt x="0" y="74930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8544306" y="4937886"/>
            <a:ext cx="14998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Neural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Network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8243061" y="5441950"/>
            <a:ext cx="2099310" cy="462280"/>
            <a:chOff x="8243061" y="5441950"/>
            <a:chExt cx="2099310" cy="462280"/>
          </a:xfrm>
        </p:grpSpPr>
        <p:sp>
          <p:nvSpPr>
            <p:cNvPr id="59" name="object 59"/>
            <p:cNvSpPr/>
            <p:nvPr/>
          </p:nvSpPr>
          <p:spPr>
            <a:xfrm>
              <a:off x="8249411" y="5448300"/>
              <a:ext cx="2086610" cy="449580"/>
            </a:xfrm>
            <a:custGeom>
              <a:avLst/>
              <a:gdLst/>
              <a:ahLst/>
              <a:cxnLst/>
              <a:rect l="l" t="t" r="r" b="b"/>
              <a:pathLst>
                <a:path w="2086609" h="449579">
                  <a:moveTo>
                    <a:pt x="2011426" y="0"/>
                  </a:moveTo>
                  <a:lnTo>
                    <a:pt x="74930" y="0"/>
                  </a:lnTo>
                  <a:lnTo>
                    <a:pt x="45755" y="5885"/>
                  </a:lnTo>
                  <a:lnTo>
                    <a:pt x="21939" y="21939"/>
                  </a:lnTo>
                  <a:lnTo>
                    <a:pt x="5885" y="45755"/>
                  </a:lnTo>
                  <a:lnTo>
                    <a:pt x="0" y="74930"/>
                  </a:lnTo>
                  <a:lnTo>
                    <a:pt x="0" y="374650"/>
                  </a:lnTo>
                  <a:lnTo>
                    <a:pt x="5885" y="403813"/>
                  </a:lnTo>
                  <a:lnTo>
                    <a:pt x="21939" y="427631"/>
                  </a:lnTo>
                  <a:lnTo>
                    <a:pt x="45755" y="443690"/>
                  </a:lnTo>
                  <a:lnTo>
                    <a:pt x="74930" y="449580"/>
                  </a:lnTo>
                  <a:lnTo>
                    <a:pt x="2011426" y="449580"/>
                  </a:lnTo>
                  <a:lnTo>
                    <a:pt x="2040600" y="443690"/>
                  </a:lnTo>
                  <a:lnTo>
                    <a:pt x="2064416" y="427631"/>
                  </a:lnTo>
                  <a:lnTo>
                    <a:pt x="2080470" y="403813"/>
                  </a:lnTo>
                  <a:lnTo>
                    <a:pt x="2086356" y="374650"/>
                  </a:lnTo>
                  <a:lnTo>
                    <a:pt x="2086356" y="74930"/>
                  </a:lnTo>
                  <a:lnTo>
                    <a:pt x="2080470" y="45755"/>
                  </a:lnTo>
                  <a:lnTo>
                    <a:pt x="2064416" y="21939"/>
                  </a:lnTo>
                  <a:lnTo>
                    <a:pt x="2040600" y="5885"/>
                  </a:lnTo>
                  <a:lnTo>
                    <a:pt x="2011426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8249411" y="5448300"/>
              <a:ext cx="2086610" cy="449580"/>
            </a:xfrm>
            <a:custGeom>
              <a:avLst/>
              <a:gdLst/>
              <a:ahLst/>
              <a:cxnLst/>
              <a:rect l="l" t="t" r="r" b="b"/>
              <a:pathLst>
                <a:path w="2086609" h="449579">
                  <a:moveTo>
                    <a:pt x="0" y="74930"/>
                  </a:moveTo>
                  <a:lnTo>
                    <a:pt x="5885" y="45755"/>
                  </a:lnTo>
                  <a:lnTo>
                    <a:pt x="21939" y="21939"/>
                  </a:lnTo>
                  <a:lnTo>
                    <a:pt x="45755" y="5885"/>
                  </a:lnTo>
                  <a:lnTo>
                    <a:pt x="74930" y="0"/>
                  </a:lnTo>
                  <a:lnTo>
                    <a:pt x="2011426" y="0"/>
                  </a:lnTo>
                  <a:lnTo>
                    <a:pt x="2040600" y="5885"/>
                  </a:lnTo>
                  <a:lnTo>
                    <a:pt x="2064416" y="21939"/>
                  </a:lnTo>
                  <a:lnTo>
                    <a:pt x="2080470" y="45755"/>
                  </a:lnTo>
                  <a:lnTo>
                    <a:pt x="2086356" y="74930"/>
                  </a:lnTo>
                  <a:lnTo>
                    <a:pt x="2086356" y="374650"/>
                  </a:lnTo>
                  <a:lnTo>
                    <a:pt x="2080470" y="403813"/>
                  </a:lnTo>
                  <a:lnTo>
                    <a:pt x="2064416" y="427631"/>
                  </a:lnTo>
                  <a:lnTo>
                    <a:pt x="2040600" y="443690"/>
                  </a:lnTo>
                  <a:lnTo>
                    <a:pt x="2011426" y="449580"/>
                  </a:lnTo>
                  <a:lnTo>
                    <a:pt x="74930" y="449580"/>
                  </a:lnTo>
                  <a:lnTo>
                    <a:pt x="45755" y="443690"/>
                  </a:lnTo>
                  <a:lnTo>
                    <a:pt x="21939" y="427631"/>
                  </a:lnTo>
                  <a:lnTo>
                    <a:pt x="5885" y="403813"/>
                  </a:lnTo>
                  <a:lnTo>
                    <a:pt x="0" y="374650"/>
                  </a:lnTo>
                  <a:lnTo>
                    <a:pt x="0" y="74930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8580881" y="5372506"/>
            <a:ext cx="14249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7975" marR="5080" indent="-29591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Support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Vector </a:t>
            </a:r>
            <a:r>
              <a:rPr sz="1800" spc="-10" dirty="0">
                <a:latin typeface="Calibri"/>
                <a:cs typeface="Calibri"/>
              </a:rPr>
              <a:t>Machine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7787" y="711834"/>
            <a:ext cx="25863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1-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Nearest</a:t>
            </a:r>
            <a:r>
              <a:rPr sz="2400" b="1" u="sng" spc="-9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Neighbor: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k-</a:t>
            </a:r>
            <a:r>
              <a:rPr dirty="0"/>
              <a:t>Nearest</a:t>
            </a:r>
            <a:r>
              <a:rPr spc="-135" dirty="0"/>
              <a:t> </a:t>
            </a:r>
            <a:r>
              <a:rPr dirty="0"/>
              <a:t>Neighbor</a:t>
            </a:r>
            <a:r>
              <a:rPr spc="-114" dirty="0"/>
              <a:t> </a:t>
            </a:r>
            <a:r>
              <a:rPr dirty="0"/>
              <a:t>(kNN)</a:t>
            </a:r>
            <a:r>
              <a:rPr spc="-110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52450" y="1213230"/>
            <a:ext cx="53625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Segoe Print"/>
                <a:cs typeface="Segoe Print"/>
              </a:rPr>
              <a:t>Simplest</a:t>
            </a:r>
            <a:r>
              <a:rPr sz="1800" spc="-4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ML</a:t>
            </a:r>
            <a:r>
              <a:rPr sz="1800" spc="-40" dirty="0">
                <a:latin typeface="Segoe Print"/>
                <a:cs typeface="Segoe Print"/>
              </a:rPr>
              <a:t> </a:t>
            </a:r>
            <a:r>
              <a:rPr sz="1800" spc="-10" dirty="0">
                <a:latin typeface="Segoe Print"/>
                <a:cs typeface="Segoe Print"/>
              </a:rPr>
              <a:t>Classifier</a:t>
            </a:r>
            <a:endParaRPr sz="1800">
              <a:latin typeface="Segoe Print"/>
              <a:cs typeface="Segoe Print"/>
            </a:endParaRPr>
          </a:p>
          <a:p>
            <a:pPr marL="12700">
              <a:lnSpc>
                <a:spcPct val="100000"/>
              </a:lnSpc>
              <a:tabLst>
                <a:tab pos="742315" algn="l"/>
              </a:tabLst>
            </a:pPr>
            <a:r>
              <a:rPr sz="1800" spc="-10" dirty="0">
                <a:solidFill>
                  <a:srgbClr val="FF0000"/>
                </a:solidFill>
                <a:latin typeface="Segoe Print"/>
                <a:cs typeface="Segoe Print"/>
              </a:rPr>
              <a:t>Idea:</a:t>
            </a:r>
            <a:r>
              <a:rPr sz="1800" dirty="0">
                <a:solidFill>
                  <a:srgbClr val="FF0000"/>
                </a:solidFill>
                <a:latin typeface="Segoe Print"/>
                <a:cs typeface="Segoe Print"/>
              </a:rPr>
              <a:t>	</a:t>
            </a:r>
            <a:r>
              <a:rPr sz="1800" dirty="0">
                <a:latin typeface="Segoe Print"/>
                <a:cs typeface="Segoe Print"/>
              </a:rPr>
              <a:t>Use</a:t>
            </a:r>
            <a:r>
              <a:rPr sz="1800" spc="-2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the</a:t>
            </a:r>
            <a:r>
              <a:rPr sz="1800" spc="-2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label</a:t>
            </a:r>
            <a:r>
              <a:rPr sz="1800" spc="-2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of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the</a:t>
            </a:r>
            <a:r>
              <a:rPr sz="1800" spc="-20" dirty="0">
                <a:latin typeface="Segoe Print"/>
                <a:cs typeface="Segoe Print"/>
              </a:rPr>
              <a:t> </a:t>
            </a:r>
            <a:r>
              <a:rPr sz="1800" b="1" dirty="0">
                <a:latin typeface="Segoe Print"/>
                <a:cs typeface="Segoe Print"/>
              </a:rPr>
              <a:t>closest</a:t>
            </a:r>
            <a:r>
              <a:rPr sz="1800" b="1" spc="-2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known</a:t>
            </a:r>
            <a:r>
              <a:rPr sz="1800" spc="-50" dirty="0">
                <a:latin typeface="Segoe Print"/>
                <a:cs typeface="Segoe Print"/>
              </a:rPr>
              <a:t> </a:t>
            </a:r>
            <a:r>
              <a:rPr sz="1800" spc="-10" dirty="0">
                <a:latin typeface="Segoe Print"/>
                <a:cs typeface="Segoe Print"/>
              </a:rPr>
              <a:t>point</a:t>
            </a:r>
            <a:endParaRPr sz="1800">
              <a:latin typeface="Segoe Print"/>
              <a:cs typeface="Segoe Prin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03629" y="1249489"/>
            <a:ext cx="238125" cy="23812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84629" y="2697289"/>
            <a:ext cx="238125" cy="23812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75229" y="944689"/>
            <a:ext cx="238125" cy="23812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7429" y="2011489"/>
            <a:ext cx="238125" cy="23812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61029" y="2163889"/>
            <a:ext cx="238125" cy="238125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8465629" y="1620138"/>
            <a:ext cx="1083310" cy="820419"/>
            <a:chOff x="8465629" y="1620138"/>
            <a:chExt cx="1083310" cy="820419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65629" y="1630489"/>
              <a:ext cx="238125" cy="23812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46629" y="1935289"/>
              <a:ext cx="238125" cy="23812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8584692" y="1673351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381000"/>
                  </a:moveTo>
                  <a:lnTo>
                    <a:pt x="2968" y="333204"/>
                  </a:lnTo>
                  <a:lnTo>
                    <a:pt x="11634" y="287181"/>
                  </a:lnTo>
                  <a:lnTo>
                    <a:pt x="25643" y="243288"/>
                  </a:lnTo>
                  <a:lnTo>
                    <a:pt x="44636" y="201881"/>
                  </a:lnTo>
                  <a:lnTo>
                    <a:pt x="68257" y="163318"/>
                  </a:lnTo>
                  <a:lnTo>
                    <a:pt x="96149" y="127955"/>
                  </a:lnTo>
                  <a:lnTo>
                    <a:pt x="127955" y="96149"/>
                  </a:lnTo>
                  <a:lnTo>
                    <a:pt x="163318" y="68257"/>
                  </a:lnTo>
                  <a:lnTo>
                    <a:pt x="201881" y="44636"/>
                  </a:lnTo>
                  <a:lnTo>
                    <a:pt x="243288" y="25643"/>
                  </a:lnTo>
                  <a:lnTo>
                    <a:pt x="287181" y="11634"/>
                  </a:lnTo>
                  <a:lnTo>
                    <a:pt x="333204" y="2968"/>
                  </a:lnTo>
                  <a:lnTo>
                    <a:pt x="381000" y="0"/>
                  </a:lnTo>
                  <a:lnTo>
                    <a:pt x="428795" y="2968"/>
                  </a:lnTo>
                  <a:lnTo>
                    <a:pt x="474818" y="11634"/>
                  </a:lnTo>
                  <a:lnTo>
                    <a:pt x="518711" y="25643"/>
                  </a:lnTo>
                  <a:lnTo>
                    <a:pt x="560118" y="44636"/>
                  </a:lnTo>
                  <a:lnTo>
                    <a:pt x="598681" y="68257"/>
                  </a:lnTo>
                  <a:lnTo>
                    <a:pt x="634044" y="96149"/>
                  </a:lnTo>
                  <a:lnTo>
                    <a:pt x="665850" y="127955"/>
                  </a:lnTo>
                  <a:lnTo>
                    <a:pt x="693742" y="163318"/>
                  </a:lnTo>
                  <a:lnTo>
                    <a:pt x="717363" y="201881"/>
                  </a:lnTo>
                  <a:lnTo>
                    <a:pt x="736356" y="243288"/>
                  </a:lnTo>
                  <a:lnTo>
                    <a:pt x="750365" y="287181"/>
                  </a:lnTo>
                  <a:lnTo>
                    <a:pt x="759031" y="333204"/>
                  </a:lnTo>
                  <a:lnTo>
                    <a:pt x="762000" y="381000"/>
                  </a:lnTo>
                  <a:lnTo>
                    <a:pt x="759031" y="428795"/>
                  </a:lnTo>
                  <a:lnTo>
                    <a:pt x="750365" y="474818"/>
                  </a:lnTo>
                  <a:lnTo>
                    <a:pt x="736356" y="518711"/>
                  </a:lnTo>
                  <a:lnTo>
                    <a:pt x="717363" y="560118"/>
                  </a:lnTo>
                  <a:lnTo>
                    <a:pt x="693742" y="598681"/>
                  </a:lnTo>
                  <a:lnTo>
                    <a:pt x="665850" y="634044"/>
                  </a:lnTo>
                  <a:lnTo>
                    <a:pt x="634044" y="665850"/>
                  </a:lnTo>
                  <a:lnTo>
                    <a:pt x="598681" y="693742"/>
                  </a:lnTo>
                  <a:lnTo>
                    <a:pt x="560118" y="717363"/>
                  </a:lnTo>
                  <a:lnTo>
                    <a:pt x="518711" y="736356"/>
                  </a:lnTo>
                  <a:lnTo>
                    <a:pt x="474818" y="750365"/>
                  </a:lnTo>
                  <a:lnTo>
                    <a:pt x="428795" y="759031"/>
                  </a:lnTo>
                  <a:lnTo>
                    <a:pt x="381000" y="762000"/>
                  </a:lnTo>
                  <a:lnTo>
                    <a:pt x="333204" y="759031"/>
                  </a:lnTo>
                  <a:lnTo>
                    <a:pt x="287181" y="750365"/>
                  </a:lnTo>
                  <a:lnTo>
                    <a:pt x="243288" y="736356"/>
                  </a:lnTo>
                  <a:lnTo>
                    <a:pt x="201881" y="717363"/>
                  </a:lnTo>
                  <a:lnTo>
                    <a:pt x="163318" y="693742"/>
                  </a:lnTo>
                  <a:lnTo>
                    <a:pt x="127955" y="665850"/>
                  </a:lnTo>
                  <a:lnTo>
                    <a:pt x="96149" y="634044"/>
                  </a:lnTo>
                  <a:lnTo>
                    <a:pt x="68257" y="598681"/>
                  </a:lnTo>
                  <a:lnTo>
                    <a:pt x="44636" y="560118"/>
                  </a:lnTo>
                  <a:lnTo>
                    <a:pt x="25643" y="518711"/>
                  </a:lnTo>
                  <a:lnTo>
                    <a:pt x="11634" y="474818"/>
                  </a:lnTo>
                  <a:lnTo>
                    <a:pt x="2968" y="428795"/>
                  </a:lnTo>
                  <a:lnTo>
                    <a:pt x="0" y="381000"/>
                  </a:lnTo>
                  <a:close/>
                </a:path>
                <a:path w="762000" h="762000">
                  <a:moveTo>
                    <a:pt x="38100" y="381000"/>
                  </a:moveTo>
                  <a:lnTo>
                    <a:pt x="41230" y="334475"/>
                  </a:lnTo>
                  <a:lnTo>
                    <a:pt x="50350" y="289851"/>
                  </a:lnTo>
                  <a:lnTo>
                    <a:pt x="65049" y="247536"/>
                  </a:lnTo>
                  <a:lnTo>
                    <a:pt x="84920" y="207941"/>
                  </a:lnTo>
                  <a:lnTo>
                    <a:pt x="109554" y="171473"/>
                  </a:lnTo>
                  <a:lnTo>
                    <a:pt x="138541" y="138541"/>
                  </a:lnTo>
                  <a:lnTo>
                    <a:pt x="171473" y="109554"/>
                  </a:lnTo>
                  <a:lnTo>
                    <a:pt x="207941" y="84920"/>
                  </a:lnTo>
                  <a:lnTo>
                    <a:pt x="247536" y="65049"/>
                  </a:lnTo>
                  <a:lnTo>
                    <a:pt x="289851" y="50350"/>
                  </a:lnTo>
                  <a:lnTo>
                    <a:pt x="334475" y="41230"/>
                  </a:lnTo>
                  <a:lnTo>
                    <a:pt x="381000" y="38100"/>
                  </a:lnTo>
                  <a:lnTo>
                    <a:pt x="427524" y="41230"/>
                  </a:lnTo>
                  <a:lnTo>
                    <a:pt x="472148" y="50350"/>
                  </a:lnTo>
                  <a:lnTo>
                    <a:pt x="514463" y="65049"/>
                  </a:lnTo>
                  <a:lnTo>
                    <a:pt x="554058" y="84920"/>
                  </a:lnTo>
                  <a:lnTo>
                    <a:pt x="590526" y="109554"/>
                  </a:lnTo>
                  <a:lnTo>
                    <a:pt x="623458" y="138541"/>
                  </a:lnTo>
                  <a:lnTo>
                    <a:pt x="652445" y="171473"/>
                  </a:lnTo>
                  <a:lnTo>
                    <a:pt x="677079" y="207941"/>
                  </a:lnTo>
                  <a:lnTo>
                    <a:pt x="696950" y="247536"/>
                  </a:lnTo>
                  <a:lnTo>
                    <a:pt x="711649" y="289851"/>
                  </a:lnTo>
                  <a:lnTo>
                    <a:pt x="720769" y="334475"/>
                  </a:lnTo>
                  <a:lnTo>
                    <a:pt x="723900" y="381000"/>
                  </a:lnTo>
                  <a:lnTo>
                    <a:pt x="720769" y="427524"/>
                  </a:lnTo>
                  <a:lnTo>
                    <a:pt x="711649" y="472148"/>
                  </a:lnTo>
                  <a:lnTo>
                    <a:pt x="696950" y="514463"/>
                  </a:lnTo>
                  <a:lnTo>
                    <a:pt x="677079" y="554058"/>
                  </a:lnTo>
                  <a:lnTo>
                    <a:pt x="652445" y="590526"/>
                  </a:lnTo>
                  <a:lnTo>
                    <a:pt x="623458" y="623458"/>
                  </a:lnTo>
                  <a:lnTo>
                    <a:pt x="590526" y="652445"/>
                  </a:lnTo>
                  <a:lnTo>
                    <a:pt x="554058" y="677079"/>
                  </a:lnTo>
                  <a:lnTo>
                    <a:pt x="514463" y="696950"/>
                  </a:lnTo>
                  <a:lnTo>
                    <a:pt x="472148" y="711649"/>
                  </a:lnTo>
                  <a:lnTo>
                    <a:pt x="427524" y="720769"/>
                  </a:lnTo>
                  <a:lnTo>
                    <a:pt x="381000" y="723900"/>
                  </a:lnTo>
                  <a:lnTo>
                    <a:pt x="334475" y="720769"/>
                  </a:lnTo>
                  <a:lnTo>
                    <a:pt x="289851" y="711649"/>
                  </a:lnTo>
                  <a:lnTo>
                    <a:pt x="247536" y="696950"/>
                  </a:lnTo>
                  <a:lnTo>
                    <a:pt x="207941" y="677079"/>
                  </a:lnTo>
                  <a:lnTo>
                    <a:pt x="171473" y="652445"/>
                  </a:lnTo>
                  <a:lnTo>
                    <a:pt x="138541" y="623458"/>
                  </a:lnTo>
                  <a:lnTo>
                    <a:pt x="109554" y="590526"/>
                  </a:lnTo>
                  <a:lnTo>
                    <a:pt x="84920" y="554058"/>
                  </a:lnTo>
                  <a:lnTo>
                    <a:pt x="65049" y="514463"/>
                  </a:lnTo>
                  <a:lnTo>
                    <a:pt x="50350" y="472148"/>
                  </a:lnTo>
                  <a:lnTo>
                    <a:pt x="41230" y="427524"/>
                  </a:lnTo>
                  <a:lnTo>
                    <a:pt x="38100" y="381000"/>
                  </a:lnTo>
                  <a:close/>
                </a:path>
                <a:path w="762000" h="762000">
                  <a:moveTo>
                    <a:pt x="76200" y="381000"/>
                  </a:moveTo>
                  <a:lnTo>
                    <a:pt x="80190" y="331574"/>
                  </a:lnTo>
                  <a:lnTo>
                    <a:pt x="91744" y="284683"/>
                  </a:lnTo>
                  <a:lnTo>
                    <a:pt x="110232" y="240953"/>
                  </a:lnTo>
                  <a:lnTo>
                    <a:pt x="135026" y="201015"/>
                  </a:lnTo>
                  <a:lnTo>
                    <a:pt x="165496" y="165496"/>
                  </a:lnTo>
                  <a:lnTo>
                    <a:pt x="201015" y="135026"/>
                  </a:lnTo>
                  <a:lnTo>
                    <a:pt x="240953" y="110232"/>
                  </a:lnTo>
                  <a:lnTo>
                    <a:pt x="284683" y="91744"/>
                  </a:lnTo>
                  <a:lnTo>
                    <a:pt x="331574" y="80190"/>
                  </a:lnTo>
                  <a:lnTo>
                    <a:pt x="381000" y="76200"/>
                  </a:lnTo>
                  <a:lnTo>
                    <a:pt x="430425" y="80190"/>
                  </a:lnTo>
                  <a:lnTo>
                    <a:pt x="477316" y="91744"/>
                  </a:lnTo>
                  <a:lnTo>
                    <a:pt x="521046" y="110232"/>
                  </a:lnTo>
                  <a:lnTo>
                    <a:pt x="560984" y="135026"/>
                  </a:lnTo>
                  <a:lnTo>
                    <a:pt x="596503" y="165496"/>
                  </a:lnTo>
                  <a:lnTo>
                    <a:pt x="626973" y="201015"/>
                  </a:lnTo>
                  <a:lnTo>
                    <a:pt x="651767" y="240953"/>
                  </a:lnTo>
                  <a:lnTo>
                    <a:pt x="670255" y="284683"/>
                  </a:lnTo>
                  <a:lnTo>
                    <a:pt x="681809" y="331574"/>
                  </a:lnTo>
                  <a:lnTo>
                    <a:pt x="685800" y="381000"/>
                  </a:lnTo>
                  <a:lnTo>
                    <a:pt x="681809" y="430425"/>
                  </a:lnTo>
                  <a:lnTo>
                    <a:pt x="670255" y="477316"/>
                  </a:lnTo>
                  <a:lnTo>
                    <a:pt x="651767" y="521046"/>
                  </a:lnTo>
                  <a:lnTo>
                    <a:pt x="626973" y="560984"/>
                  </a:lnTo>
                  <a:lnTo>
                    <a:pt x="596503" y="596503"/>
                  </a:lnTo>
                  <a:lnTo>
                    <a:pt x="560984" y="626973"/>
                  </a:lnTo>
                  <a:lnTo>
                    <a:pt x="521046" y="651767"/>
                  </a:lnTo>
                  <a:lnTo>
                    <a:pt x="477316" y="670255"/>
                  </a:lnTo>
                  <a:lnTo>
                    <a:pt x="430425" y="681809"/>
                  </a:lnTo>
                  <a:lnTo>
                    <a:pt x="381000" y="685800"/>
                  </a:lnTo>
                  <a:lnTo>
                    <a:pt x="331574" y="681809"/>
                  </a:lnTo>
                  <a:lnTo>
                    <a:pt x="284683" y="670255"/>
                  </a:lnTo>
                  <a:lnTo>
                    <a:pt x="240953" y="651767"/>
                  </a:lnTo>
                  <a:lnTo>
                    <a:pt x="201015" y="626973"/>
                  </a:lnTo>
                  <a:lnTo>
                    <a:pt x="165496" y="596503"/>
                  </a:lnTo>
                  <a:lnTo>
                    <a:pt x="135026" y="560984"/>
                  </a:lnTo>
                  <a:lnTo>
                    <a:pt x="110232" y="521046"/>
                  </a:lnTo>
                  <a:lnTo>
                    <a:pt x="91744" y="477316"/>
                  </a:lnTo>
                  <a:lnTo>
                    <a:pt x="80190" y="430425"/>
                  </a:lnTo>
                  <a:lnTo>
                    <a:pt x="76200" y="381000"/>
                  </a:lnTo>
                  <a:close/>
                </a:path>
                <a:path w="762000" h="762000">
                  <a:moveTo>
                    <a:pt x="114300" y="381000"/>
                  </a:moveTo>
                  <a:lnTo>
                    <a:pt x="118596" y="333053"/>
                  </a:lnTo>
                  <a:lnTo>
                    <a:pt x="130982" y="287929"/>
                  </a:lnTo>
                  <a:lnTo>
                    <a:pt x="150706" y="246380"/>
                  </a:lnTo>
                  <a:lnTo>
                    <a:pt x="177016" y="209158"/>
                  </a:lnTo>
                  <a:lnTo>
                    <a:pt x="209158" y="177016"/>
                  </a:lnTo>
                  <a:lnTo>
                    <a:pt x="246379" y="150706"/>
                  </a:lnTo>
                  <a:lnTo>
                    <a:pt x="287929" y="130982"/>
                  </a:lnTo>
                  <a:lnTo>
                    <a:pt x="333053" y="118596"/>
                  </a:lnTo>
                  <a:lnTo>
                    <a:pt x="381000" y="114300"/>
                  </a:lnTo>
                  <a:lnTo>
                    <a:pt x="428946" y="118596"/>
                  </a:lnTo>
                  <a:lnTo>
                    <a:pt x="474070" y="130982"/>
                  </a:lnTo>
                  <a:lnTo>
                    <a:pt x="515619" y="150706"/>
                  </a:lnTo>
                  <a:lnTo>
                    <a:pt x="552841" y="177016"/>
                  </a:lnTo>
                  <a:lnTo>
                    <a:pt x="584983" y="209158"/>
                  </a:lnTo>
                  <a:lnTo>
                    <a:pt x="611293" y="246379"/>
                  </a:lnTo>
                  <a:lnTo>
                    <a:pt x="631017" y="287929"/>
                  </a:lnTo>
                  <a:lnTo>
                    <a:pt x="643403" y="333053"/>
                  </a:lnTo>
                  <a:lnTo>
                    <a:pt x="647700" y="381000"/>
                  </a:lnTo>
                  <a:lnTo>
                    <a:pt x="643403" y="428946"/>
                  </a:lnTo>
                  <a:lnTo>
                    <a:pt x="631017" y="474070"/>
                  </a:lnTo>
                  <a:lnTo>
                    <a:pt x="611293" y="515619"/>
                  </a:lnTo>
                  <a:lnTo>
                    <a:pt x="584983" y="552841"/>
                  </a:lnTo>
                  <a:lnTo>
                    <a:pt x="552841" y="584983"/>
                  </a:lnTo>
                  <a:lnTo>
                    <a:pt x="515619" y="611293"/>
                  </a:lnTo>
                  <a:lnTo>
                    <a:pt x="474070" y="631017"/>
                  </a:lnTo>
                  <a:lnTo>
                    <a:pt x="428946" y="643403"/>
                  </a:lnTo>
                  <a:lnTo>
                    <a:pt x="381000" y="647700"/>
                  </a:lnTo>
                  <a:lnTo>
                    <a:pt x="333053" y="643403"/>
                  </a:lnTo>
                  <a:lnTo>
                    <a:pt x="287929" y="631017"/>
                  </a:lnTo>
                  <a:lnTo>
                    <a:pt x="246379" y="611293"/>
                  </a:lnTo>
                  <a:lnTo>
                    <a:pt x="209158" y="584983"/>
                  </a:lnTo>
                  <a:lnTo>
                    <a:pt x="177016" y="552841"/>
                  </a:lnTo>
                  <a:lnTo>
                    <a:pt x="150706" y="515620"/>
                  </a:lnTo>
                  <a:lnTo>
                    <a:pt x="130982" y="474070"/>
                  </a:lnTo>
                  <a:lnTo>
                    <a:pt x="118596" y="428946"/>
                  </a:lnTo>
                  <a:lnTo>
                    <a:pt x="114300" y="381000"/>
                  </a:lnTo>
                  <a:close/>
                </a:path>
                <a:path w="762000" h="762000">
                  <a:moveTo>
                    <a:pt x="152400" y="381000"/>
                  </a:moveTo>
                  <a:lnTo>
                    <a:pt x="157044" y="334933"/>
                  </a:lnTo>
                  <a:lnTo>
                    <a:pt x="170366" y="292024"/>
                  </a:lnTo>
                  <a:lnTo>
                    <a:pt x="191445" y="253193"/>
                  </a:lnTo>
                  <a:lnTo>
                    <a:pt x="219360" y="219360"/>
                  </a:lnTo>
                  <a:lnTo>
                    <a:pt x="253193" y="191445"/>
                  </a:lnTo>
                  <a:lnTo>
                    <a:pt x="292024" y="170366"/>
                  </a:lnTo>
                  <a:lnTo>
                    <a:pt x="334933" y="157044"/>
                  </a:lnTo>
                  <a:lnTo>
                    <a:pt x="381000" y="152400"/>
                  </a:lnTo>
                  <a:lnTo>
                    <a:pt x="427066" y="157044"/>
                  </a:lnTo>
                  <a:lnTo>
                    <a:pt x="469975" y="170366"/>
                  </a:lnTo>
                  <a:lnTo>
                    <a:pt x="508806" y="191445"/>
                  </a:lnTo>
                  <a:lnTo>
                    <a:pt x="542639" y="219360"/>
                  </a:lnTo>
                  <a:lnTo>
                    <a:pt x="570554" y="253193"/>
                  </a:lnTo>
                  <a:lnTo>
                    <a:pt x="591633" y="292024"/>
                  </a:lnTo>
                  <a:lnTo>
                    <a:pt x="604955" y="334933"/>
                  </a:lnTo>
                  <a:lnTo>
                    <a:pt x="609600" y="381000"/>
                  </a:lnTo>
                  <a:lnTo>
                    <a:pt x="604955" y="427066"/>
                  </a:lnTo>
                  <a:lnTo>
                    <a:pt x="591633" y="469975"/>
                  </a:lnTo>
                  <a:lnTo>
                    <a:pt x="570554" y="508806"/>
                  </a:lnTo>
                  <a:lnTo>
                    <a:pt x="542639" y="542639"/>
                  </a:lnTo>
                  <a:lnTo>
                    <a:pt x="508806" y="570554"/>
                  </a:lnTo>
                  <a:lnTo>
                    <a:pt x="469975" y="591633"/>
                  </a:lnTo>
                  <a:lnTo>
                    <a:pt x="427066" y="604955"/>
                  </a:lnTo>
                  <a:lnTo>
                    <a:pt x="381000" y="609600"/>
                  </a:lnTo>
                  <a:lnTo>
                    <a:pt x="334933" y="604955"/>
                  </a:lnTo>
                  <a:lnTo>
                    <a:pt x="292024" y="591633"/>
                  </a:lnTo>
                  <a:lnTo>
                    <a:pt x="253193" y="570554"/>
                  </a:lnTo>
                  <a:lnTo>
                    <a:pt x="219360" y="542639"/>
                  </a:lnTo>
                  <a:lnTo>
                    <a:pt x="191445" y="508806"/>
                  </a:lnTo>
                  <a:lnTo>
                    <a:pt x="170366" y="469975"/>
                  </a:lnTo>
                  <a:lnTo>
                    <a:pt x="157044" y="427066"/>
                  </a:lnTo>
                  <a:lnTo>
                    <a:pt x="152400" y="381000"/>
                  </a:lnTo>
                  <a:close/>
                </a:path>
                <a:path w="762000" h="762000">
                  <a:moveTo>
                    <a:pt x="190500" y="381000"/>
                  </a:moveTo>
                  <a:lnTo>
                    <a:pt x="195534" y="337337"/>
                  </a:lnTo>
                  <a:lnTo>
                    <a:pt x="209872" y="297246"/>
                  </a:lnTo>
                  <a:lnTo>
                    <a:pt x="232367" y="261874"/>
                  </a:lnTo>
                  <a:lnTo>
                    <a:pt x="261874" y="232367"/>
                  </a:lnTo>
                  <a:lnTo>
                    <a:pt x="297246" y="209872"/>
                  </a:lnTo>
                  <a:lnTo>
                    <a:pt x="337337" y="195534"/>
                  </a:lnTo>
                  <a:lnTo>
                    <a:pt x="381000" y="190500"/>
                  </a:lnTo>
                  <a:lnTo>
                    <a:pt x="424662" y="195534"/>
                  </a:lnTo>
                  <a:lnTo>
                    <a:pt x="464753" y="209872"/>
                  </a:lnTo>
                  <a:lnTo>
                    <a:pt x="500125" y="232367"/>
                  </a:lnTo>
                  <a:lnTo>
                    <a:pt x="529632" y="261874"/>
                  </a:lnTo>
                  <a:lnTo>
                    <a:pt x="552127" y="297246"/>
                  </a:lnTo>
                  <a:lnTo>
                    <a:pt x="566465" y="337337"/>
                  </a:lnTo>
                  <a:lnTo>
                    <a:pt x="571500" y="381000"/>
                  </a:lnTo>
                  <a:lnTo>
                    <a:pt x="566465" y="424662"/>
                  </a:lnTo>
                  <a:lnTo>
                    <a:pt x="552127" y="464753"/>
                  </a:lnTo>
                  <a:lnTo>
                    <a:pt x="529632" y="500125"/>
                  </a:lnTo>
                  <a:lnTo>
                    <a:pt x="500125" y="529632"/>
                  </a:lnTo>
                  <a:lnTo>
                    <a:pt x="464753" y="552127"/>
                  </a:lnTo>
                  <a:lnTo>
                    <a:pt x="424662" y="566465"/>
                  </a:lnTo>
                  <a:lnTo>
                    <a:pt x="381000" y="571500"/>
                  </a:lnTo>
                  <a:lnTo>
                    <a:pt x="337337" y="566465"/>
                  </a:lnTo>
                  <a:lnTo>
                    <a:pt x="297246" y="552127"/>
                  </a:lnTo>
                  <a:lnTo>
                    <a:pt x="261874" y="529632"/>
                  </a:lnTo>
                  <a:lnTo>
                    <a:pt x="232367" y="500125"/>
                  </a:lnTo>
                  <a:lnTo>
                    <a:pt x="209872" y="464753"/>
                  </a:lnTo>
                  <a:lnTo>
                    <a:pt x="195534" y="424662"/>
                  </a:lnTo>
                  <a:lnTo>
                    <a:pt x="190500" y="381000"/>
                  </a:lnTo>
                  <a:close/>
                </a:path>
                <a:path w="762000" h="762000">
                  <a:moveTo>
                    <a:pt x="228600" y="381000"/>
                  </a:moveTo>
                  <a:lnTo>
                    <a:pt x="236366" y="332817"/>
                  </a:lnTo>
                  <a:lnTo>
                    <a:pt x="257994" y="290980"/>
                  </a:lnTo>
                  <a:lnTo>
                    <a:pt x="290980" y="257994"/>
                  </a:lnTo>
                  <a:lnTo>
                    <a:pt x="332817" y="236366"/>
                  </a:lnTo>
                  <a:lnTo>
                    <a:pt x="381000" y="228600"/>
                  </a:lnTo>
                  <a:lnTo>
                    <a:pt x="429182" y="236366"/>
                  </a:lnTo>
                  <a:lnTo>
                    <a:pt x="471019" y="257994"/>
                  </a:lnTo>
                  <a:lnTo>
                    <a:pt x="504005" y="290980"/>
                  </a:lnTo>
                  <a:lnTo>
                    <a:pt x="525633" y="332817"/>
                  </a:lnTo>
                  <a:lnTo>
                    <a:pt x="533400" y="381000"/>
                  </a:lnTo>
                  <a:lnTo>
                    <a:pt x="525633" y="429182"/>
                  </a:lnTo>
                  <a:lnTo>
                    <a:pt x="504005" y="471019"/>
                  </a:lnTo>
                  <a:lnTo>
                    <a:pt x="471019" y="504005"/>
                  </a:lnTo>
                  <a:lnTo>
                    <a:pt x="429182" y="525633"/>
                  </a:lnTo>
                  <a:lnTo>
                    <a:pt x="381000" y="533400"/>
                  </a:lnTo>
                  <a:lnTo>
                    <a:pt x="332817" y="525633"/>
                  </a:lnTo>
                  <a:lnTo>
                    <a:pt x="290980" y="504005"/>
                  </a:lnTo>
                  <a:lnTo>
                    <a:pt x="257994" y="471019"/>
                  </a:lnTo>
                  <a:lnTo>
                    <a:pt x="236366" y="429182"/>
                  </a:lnTo>
                  <a:lnTo>
                    <a:pt x="228600" y="3810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52154" y="1940813"/>
              <a:ext cx="228600" cy="2286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8852154" y="194081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3" y="69812"/>
                  </a:lnTo>
                  <a:lnTo>
                    <a:pt x="33480" y="33480"/>
                  </a:lnTo>
                  <a:lnTo>
                    <a:pt x="69812" y="8983"/>
                  </a:lnTo>
                  <a:lnTo>
                    <a:pt x="114300" y="0"/>
                  </a:lnTo>
                  <a:lnTo>
                    <a:pt x="158787" y="8983"/>
                  </a:lnTo>
                  <a:lnTo>
                    <a:pt x="195119" y="33480"/>
                  </a:lnTo>
                  <a:lnTo>
                    <a:pt x="219616" y="69812"/>
                  </a:lnTo>
                  <a:lnTo>
                    <a:pt x="228600" y="114300"/>
                  </a:lnTo>
                  <a:lnTo>
                    <a:pt x="219616" y="158787"/>
                  </a:lnTo>
                  <a:lnTo>
                    <a:pt x="195119" y="195119"/>
                  </a:lnTo>
                  <a:lnTo>
                    <a:pt x="158787" y="219616"/>
                  </a:lnTo>
                  <a:lnTo>
                    <a:pt x="114300" y="228600"/>
                  </a:lnTo>
                  <a:lnTo>
                    <a:pt x="69812" y="219616"/>
                  </a:lnTo>
                  <a:lnTo>
                    <a:pt x="33480" y="195119"/>
                  </a:lnTo>
                  <a:lnTo>
                    <a:pt x="8983" y="158787"/>
                  </a:lnTo>
                  <a:lnTo>
                    <a:pt x="0" y="114300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080754" y="1620138"/>
              <a:ext cx="467995" cy="320675"/>
            </a:xfrm>
            <a:custGeom>
              <a:avLst/>
              <a:gdLst/>
              <a:ahLst/>
              <a:cxnLst/>
              <a:rect l="l" t="t" r="r" b="b"/>
              <a:pathLst>
                <a:path w="467995" h="320675">
                  <a:moveTo>
                    <a:pt x="63373" y="209676"/>
                  </a:moveTo>
                  <a:lnTo>
                    <a:pt x="0" y="320675"/>
                  </a:lnTo>
                  <a:lnTo>
                    <a:pt x="126746" y="304800"/>
                  </a:lnTo>
                  <a:lnTo>
                    <a:pt x="112700" y="283718"/>
                  </a:lnTo>
                  <a:lnTo>
                    <a:pt x="89789" y="283718"/>
                  </a:lnTo>
                  <a:lnTo>
                    <a:pt x="68706" y="251968"/>
                  </a:lnTo>
                  <a:lnTo>
                    <a:pt x="84523" y="241423"/>
                  </a:lnTo>
                  <a:lnTo>
                    <a:pt x="63373" y="209676"/>
                  </a:lnTo>
                  <a:close/>
                </a:path>
                <a:path w="467995" h="320675">
                  <a:moveTo>
                    <a:pt x="84523" y="241423"/>
                  </a:moveTo>
                  <a:lnTo>
                    <a:pt x="68706" y="251968"/>
                  </a:lnTo>
                  <a:lnTo>
                    <a:pt x="89789" y="283718"/>
                  </a:lnTo>
                  <a:lnTo>
                    <a:pt x="105654" y="273141"/>
                  </a:lnTo>
                  <a:lnTo>
                    <a:pt x="84523" y="241423"/>
                  </a:lnTo>
                  <a:close/>
                </a:path>
                <a:path w="467995" h="320675">
                  <a:moveTo>
                    <a:pt x="105654" y="273141"/>
                  </a:moveTo>
                  <a:lnTo>
                    <a:pt x="89789" y="283718"/>
                  </a:lnTo>
                  <a:lnTo>
                    <a:pt x="112700" y="283718"/>
                  </a:lnTo>
                  <a:lnTo>
                    <a:pt x="105654" y="273141"/>
                  </a:lnTo>
                  <a:close/>
                </a:path>
                <a:path w="467995" h="320675">
                  <a:moveTo>
                    <a:pt x="446659" y="0"/>
                  </a:moveTo>
                  <a:lnTo>
                    <a:pt x="84523" y="241423"/>
                  </a:lnTo>
                  <a:lnTo>
                    <a:pt x="105654" y="273141"/>
                  </a:lnTo>
                  <a:lnTo>
                    <a:pt x="467741" y="31750"/>
                  </a:lnTo>
                  <a:lnTo>
                    <a:pt x="4466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51429" y="2849689"/>
            <a:ext cx="238125" cy="238125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9525761" y="1312290"/>
            <a:ext cx="2087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alatino Linotype"/>
                <a:cs typeface="Palatino Linotype"/>
              </a:rPr>
              <a:t>Label</a:t>
            </a:r>
            <a:r>
              <a:rPr sz="1800" spc="-40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should</a:t>
            </a:r>
            <a:r>
              <a:rPr sz="1800" spc="-30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be</a:t>
            </a:r>
            <a:r>
              <a:rPr sz="1800" spc="-35" dirty="0">
                <a:latin typeface="Palatino Linotype"/>
                <a:cs typeface="Palatino Linotype"/>
              </a:rPr>
              <a:t> </a:t>
            </a:r>
            <a:r>
              <a:rPr sz="1800" spc="-20" dirty="0">
                <a:latin typeface="Palatino Linotype"/>
                <a:cs typeface="Palatino Linotype"/>
              </a:rPr>
              <a:t>red.</a:t>
            </a:r>
            <a:endParaRPr sz="1800">
              <a:latin typeface="Palatino Linotype"/>
              <a:cs typeface="Palatino Linotype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869" y="4253293"/>
            <a:ext cx="238125" cy="23812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22869" y="5701093"/>
            <a:ext cx="238125" cy="238125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3469" y="3948493"/>
            <a:ext cx="238125" cy="238125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65669" y="5015293"/>
            <a:ext cx="238125" cy="238125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2003869" y="4634293"/>
            <a:ext cx="1228725" cy="1076325"/>
            <a:chOff x="2003869" y="4634293"/>
            <a:chExt cx="1228725" cy="1076325"/>
          </a:xfrm>
        </p:grpSpPr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94469" y="4939093"/>
              <a:ext cx="238125" cy="238125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03869" y="4634293"/>
              <a:ext cx="238125" cy="23812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13469" y="5472493"/>
              <a:ext cx="238125" cy="238125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227787" y="2601976"/>
            <a:ext cx="5613400" cy="2014220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Generalization:</a:t>
            </a:r>
            <a:endParaRPr sz="2400">
              <a:latin typeface="Calibri"/>
              <a:cs typeface="Calibri"/>
            </a:endParaRPr>
          </a:p>
          <a:p>
            <a:pPr marL="137160" marR="5080">
              <a:lnSpc>
                <a:spcPct val="100000"/>
              </a:lnSpc>
              <a:spcBef>
                <a:spcPts val="660"/>
              </a:spcBef>
            </a:pPr>
            <a:r>
              <a:rPr sz="1800" dirty="0">
                <a:latin typeface="Segoe Print"/>
                <a:cs typeface="Segoe Print"/>
              </a:rPr>
              <a:t>Determine</a:t>
            </a:r>
            <a:r>
              <a:rPr sz="1800" spc="-1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the</a:t>
            </a:r>
            <a:r>
              <a:rPr sz="1800" spc="-2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label</a:t>
            </a:r>
            <a:r>
              <a:rPr sz="1800" spc="-1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of</a:t>
            </a:r>
            <a:r>
              <a:rPr sz="1800" spc="-65" dirty="0">
                <a:latin typeface="Segoe Print"/>
                <a:cs typeface="Segoe Print"/>
              </a:rPr>
              <a:t> </a:t>
            </a:r>
            <a:r>
              <a:rPr sz="1800" b="1" dirty="0">
                <a:latin typeface="Segoe Print"/>
                <a:cs typeface="Segoe Print"/>
              </a:rPr>
              <a:t>k</a:t>
            </a:r>
            <a:r>
              <a:rPr sz="1800" b="1" spc="-2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nearest</a:t>
            </a:r>
            <a:r>
              <a:rPr sz="1800" spc="-2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neighbors</a:t>
            </a:r>
            <a:r>
              <a:rPr sz="1800" spc="-20" dirty="0">
                <a:latin typeface="Segoe Print"/>
                <a:cs typeface="Segoe Print"/>
              </a:rPr>
              <a:t> </a:t>
            </a:r>
            <a:r>
              <a:rPr sz="1800" spc="-25" dirty="0">
                <a:latin typeface="Segoe Print"/>
                <a:cs typeface="Segoe Print"/>
              </a:rPr>
              <a:t>and </a:t>
            </a:r>
            <a:r>
              <a:rPr sz="1800" dirty="0">
                <a:latin typeface="Segoe Print"/>
                <a:cs typeface="Segoe Print"/>
              </a:rPr>
              <a:t>assign</a:t>
            </a:r>
            <a:r>
              <a:rPr sz="1800" spc="-4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the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most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frequent</a:t>
            </a:r>
            <a:r>
              <a:rPr sz="1800" spc="-15" dirty="0">
                <a:latin typeface="Segoe Print"/>
                <a:cs typeface="Segoe Print"/>
              </a:rPr>
              <a:t> </a:t>
            </a:r>
            <a:r>
              <a:rPr sz="1800" spc="-10" dirty="0">
                <a:latin typeface="Segoe Print"/>
                <a:cs typeface="Segoe Print"/>
              </a:rPr>
              <a:t>label</a:t>
            </a:r>
            <a:endParaRPr sz="1800">
              <a:latin typeface="Segoe Print"/>
              <a:cs typeface="Segoe Print"/>
            </a:endParaRPr>
          </a:p>
          <a:p>
            <a:pPr>
              <a:lnSpc>
                <a:spcPct val="100000"/>
              </a:lnSpc>
              <a:spcBef>
                <a:spcPts val="1580"/>
              </a:spcBef>
            </a:pPr>
            <a:endParaRPr sz="1800">
              <a:latin typeface="Segoe Print"/>
              <a:cs typeface="Segoe Print"/>
            </a:endParaRPr>
          </a:p>
          <a:p>
            <a:pPr marL="2847340">
              <a:lnSpc>
                <a:spcPct val="100000"/>
              </a:lnSpc>
            </a:pPr>
            <a:r>
              <a:rPr sz="1800" dirty="0">
                <a:latin typeface="Palatino Linotype"/>
                <a:cs typeface="Palatino Linotype"/>
              </a:rPr>
              <a:t>Label</a:t>
            </a:r>
            <a:r>
              <a:rPr sz="1800" spc="-40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should</a:t>
            </a:r>
            <a:r>
              <a:rPr sz="1800" spc="-30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be</a:t>
            </a:r>
            <a:r>
              <a:rPr sz="1800" spc="-35" dirty="0">
                <a:latin typeface="Palatino Linotype"/>
                <a:cs typeface="Palatino Linotype"/>
              </a:rPr>
              <a:t> </a:t>
            </a:r>
            <a:r>
              <a:rPr sz="1800" spc="-25" dirty="0">
                <a:latin typeface="Palatino Linotype"/>
                <a:cs typeface="Palatino Linotype"/>
              </a:rPr>
              <a:t>red</a:t>
            </a:r>
            <a:endParaRPr sz="1800">
              <a:latin typeface="Palatino Linotype"/>
              <a:cs typeface="Palatino Linotype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927669" y="4558093"/>
            <a:ext cx="1159510" cy="1076325"/>
            <a:chOff x="1927669" y="4558093"/>
            <a:chExt cx="1159510" cy="1076325"/>
          </a:xfrm>
        </p:grpSpPr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52294" y="4982718"/>
              <a:ext cx="228600" cy="22860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2352294" y="4982718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3" y="69812"/>
                  </a:lnTo>
                  <a:lnTo>
                    <a:pt x="33480" y="33480"/>
                  </a:lnTo>
                  <a:lnTo>
                    <a:pt x="69812" y="8983"/>
                  </a:lnTo>
                  <a:lnTo>
                    <a:pt x="114300" y="0"/>
                  </a:lnTo>
                  <a:lnTo>
                    <a:pt x="158787" y="8983"/>
                  </a:lnTo>
                  <a:lnTo>
                    <a:pt x="195119" y="33480"/>
                  </a:lnTo>
                  <a:lnTo>
                    <a:pt x="219616" y="69812"/>
                  </a:lnTo>
                  <a:lnTo>
                    <a:pt x="228600" y="114299"/>
                  </a:lnTo>
                  <a:lnTo>
                    <a:pt x="219616" y="158787"/>
                  </a:lnTo>
                  <a:lnTo>
                    <a:pt x="195119" y="195119"/>
                  </a:lnTo>
                  <a:lnTo>
                    <a:pt x="158787" y="219616"/>
                  </a:lnTo>
                  <a:lnTo>
                    <a:pt x="114300" y="228599"/>
                  </a:lnTo>
                  <a:lnTo>
                    <a:pt x="69812" y="219616"/>
                  </a:lnTo>
                  <a:lnTo>
                    <a:pt x="33480" y="195119"/>
                  </a:lnTo>
                  <a:lnTo>
                    <a:pt x="8983" y="158787"/>
                  </a:lnTo>
                  <a:lnTo>
                    <a:pt x="0" y="114299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618994" y="4623942"/>
              <a:ext cx="467995" cy="320675"/>
            </a:xfrm>
            <a:custGeom>
              <a:avLst/>
              <a:gdLst/>
              <a:ahLst/>
              <a:cxnLst/>
              <a:rect l="l" t="t" r="r" b="b"/>
              <a:pathLst>
                <a:path w="467994" h="320675">
                  <a:moveTo>
                    <a:pt x="63373" y="209676"/>
                  </a:moveTo>
                  <a:lnTo>
                    <a:pt x="0" y="320674"/>
                  </a:lnTo>
                  <a:lnTo>
                    <a:pt x="126745" y="304799"/>
                  </a:lnTo>
                  <a:lnTo>
                    <a:pt x="112700" y="283717"/>
                  </a:lnTo>
                  <a:lnTo>
                    <a:pt x="89788" y="283717"/>
                  </a:lnTo>
                  <a:lnTo>
                    <a:pt x="68706" y="251967"/>
                  </a:lnTo>
                  <a:lnTo>
                    <a:pt x="84523" y="241423"/>
                  </a:lnTo>
                  <a:lnTo>
                    <a:pt x="63373" y="209676"/>
                  </a:lnTo>
                  <a:close/>
                </a:path>
                <a:path w="467994" h="320675">
                  <a:moveTo>
                    <a:pt x="84523" y="241423"/>
                  </a:moveTo>
                  <a:lnTo>
                    <a:pt x="68706" y="251967"/>
                  </a:lnTo>
                  <a:lnTo>
                    <a:pt x="89788" y="283717"/>
                  </a:lnTo>
                  <a:lnTo>
                    <a:pt x="105654" y="273141"/>
                  </a:lnTo>
                  <a:lnTo>
                    <a:pt x="84523" y="241423"/>
                  </a:lnTo>
                  <a:close/>
                </a:path>
                <a:path w="467994" h="320675">
                  <a:moveTo>
                    <a:pt x="105654" y="273141"/>
                  </a:moveTo>
                  <a:lnTo>
                    <a:pt x="89788" y="283717"/>
                  </a:lnTo>
                  <a:lnTo>
                    <a:pt x="112700" y="283717"/>
                  </a:lnTo>
                  <a:lnTo>
                    <a:pt x="105654" y="273141"/>
                  </a:lnTo>
                  <a:close/>
                </a:path>
                <a:path w="467994" h="320675">
                  <a:moveTo>
                    <a:pt x="446658" y="0"/>
                  </a:moveTo>
                  <a:lnTo>
                    <a:pt x="84523" y="241423"/>
                  </a:lnTo>
                  <a:lnTo>
                    <a:pt x="105654" y="273141"/>
                  </a:lnTo>
                  <a:lnTo>
                    <a:pt x="467741" y="31749"/>
                  </a:lnTo>
                  <a:lnTo>
                    <a:pt x="44665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932432" y="4562855"/>
              <a:ext cx="1066800" cy="1066800"/>
            </a:xfrm>
            <a:custGeom>
              <a:avLst/>
              <a:gdLst/>
              <a:ahLst/>
              <a:cxnLst/>
              <a:rect l="l" t="t" r="r" b="b"/>
              <a:pathLst>
                <a:path w="1066800" h="1066800">
                  <a:moveTo>
                    <a:pt x="0" y="533400"/>
                  </a:moveTo>
                  <a:lnTo>
                    <a:pt x="2179" y="484842"/>
                  </a:lnTo>
                  <a:lnTo>
                    <a:pt x="8592" y="437507"/>
                  </a:lnTo>
                  <a:lnTo>
                    <a:pt x="19050" y="391583"/>
                  </a:lnTo>
                  <a:lnTo>
                    <a:pt x="33364" y="347258"/>
                  </a:lnTo>
                  <a:lnTo>
                    <a:pt x="51348" y="304721"/>
                  </a:lnTo>
                  <a:lnTo>
                    <a:pt x="72813" y="264160"/>
                  </a:lnTo>
                  <a:lnTo>
                    <a:pt x="97570" y="225762"/>
                  </a:lnTo>
                  <a:lnTo>
                    <a:pt x="125432" y="189716"/>
                  </a:lnTo>
                  <a:lnTo>
                    <a:pt x="156209" y="156210"/>
                  </a:lnTo>
                  <a:lnTo>
                    <a:pt x="189716" y="125432"/>
                  </a:lnTo>
                  <a:lnTo>
                    <a:pt x="225762" y="97570"/>
                  </a:lnTo>
                  <a:lnTo>
                    <a:pt x="264159" y="72813"/>
                  </a:lnTo>
                  <a:lnTo>
                    <a:pt x="304721" y="51348"/>
                  </a:lnTo>
                  <a:lnTo>
                    <a:pt x="347258" y="33364"/>
                  </a:lnTo>
                  <a:lnTo>
                    <a:pt x="391583" y="19050"/>
                  </a:lnTo>
                  <a:lnTo>
                    <a:pt x="437507" y="8592"/>
                  </a:lnTo>
                  <a:lnTo>
                    <a:pt x="484842" y="2179"/>
                  </a:lnTo>
                  <a:lnTo>
                    <a:pt x="533400" y="0"/>
                  </a:lnTo>
                  <a:lnTo>
                    <a:pt x="581957" y="2179"/>
                  </a:lnTo>
                  <a:lnTo>
                    <a:pt x="629292" y="8592"/>
                  </a:lnTo>
                  <a:lnTo>
                    <a:pt x="675216" y="19050"/>
                  </a:lnTo>
                  <a:lnTo>
                    <a:pt x="719541" y="33364"/>
                  </a:lnTo>
                  <a:lnTo>
                    <a:pt x="762078" y="51348"/>
                  </a:lnTo>
                  <a:lnTo>
                    <a:pt x="802640" y="72813"/>
                  </a:lnTo>
                  <a:lnTo>
                    <a:pt x="841037" y="97570"/>
                  </a:lnTo>
                  <a:lnTo>
                    <a:pt x="877083" y="125432"/>
                  </a:lnTo>
                  <a:lnTo>
                    <a:pt x="910590" y="156210"/>
                  </a:lnTo>
                  <a:lnTo>
                    <a:pt x="941367" y="189716"/>
                  </a:lnTo>
                  <a:lnTo>
                    <a:pt x="969229" y="225762"/>
                  </a:lnTo>
                  <a:lnTo>
                    <a:pt x="993986" y="264160"/>
                  </a:lnTo>
                  <a:lnTo>
                    <a:pt x="1015451" y="304721"/>
                  </a:lnTo>
                  <a:lnTo>
                    <a:pt x="1033435" y="347258"/>
                  </a:lnTo>
                  <a:lnTo>
                    <a:pt x="1047750" y="391583"/>
                  </a:lnTo>
                  <a:lnTo>
                    <a:pt x="1058207" y="437507"/>
                  </a:lnTo>
                  <a:lnTo>
                    <a:pt x="1064620" y="484842"/>
                  </a:lnTo>
                  <a:lnTo>
                    <a:pt x="1066800" y="533400"/>
                  </a:lnTo>
                  <a:lnTo>
                    <a:pt x="1064620" y="581957"/>
                  </a:lnTo>
                  <a:lnTo>
                    <a:pt x="1058207" y="629292"/>
                  </a:lnTo>
                  <a:lnTo>
                    <a:pt x="1047750" y="675216"/>
                  </a:lnTo>
                  <a:lnTo>
                    <a:pt x="1033435" y="719541"/>
                  </a:lnTo>
                  <a:lnTo>
                    <a:pt x="1015451" y="762078"/>
                  </a:lnTo>
                  <a:lnTo>
                    <a:pt x="993986" y="802640"/>
                  </a:lnTo>
                  <a:lnTo>
                    <a:pt x="969229" y="841037"/>
                  </a:lnTo>
                  <a:lnTo>
                    <a:pt x="941367" y="877083"/>
                  </a:lnTo>
                  <a:lnTo>
                    <a:pt x="910590" y="910590"/>
                  </a:lnTo>
                  <a:lnTo>
                    <a:pt x="877083" y="941367"/>
                  </a:lnTo>
                  <a:lnTo>
                    <a:pt x="841037" y="969229"/>
                  </a:lnTo>
                  <a:lnTo>
                    <a:pt x="802640" y="993986"/>
                  </a:lnTo>
                  <a:lnTo>
                    <a:pt x="762078" y="1015451"/>
                  </a:lnTo>
                  <a:lnTo>
                    <a:pt x="719541" y="1033435"/>
                  </a:lnTo>
                  <a:lnTo>
                    <a:pt x="675216" y="1047750"/>
                  </a:lnTo>
                  <a:lnTo>
                    <a:pt x="629292" y="1058207"/>
                  </a:lnTo>
                  <a:lnTo>
                    <a:pt x="581957" y="1064620"/>
                  </a:lnTo>
                  <a:lnTo>
                    <a:pt x="533400" y="1066800"/>
                  </a:lnTo>
                  <a:lnTo>
                    <a:pt x="484842" y="1064620"/>
                  </a:lnTo>
                  <a:lnTo>
                    <a:pt x="437507" y="1058207"/>
                  </a:lnTo>
                  <a:lnTo>
                    <a:pt x="391583" y="1047750"/>
                  </a:lnTo>
                  <a:lnTo>
                    <a:pt x="347258" y="1033435"/>
                  </a:lnTo>
                  <a:lnTo>
                    <a:pt x="304721" y="1015451"/>
                  </a:lnTo>
                  <a:lnTo>
                    <a:pt x="264159" y="993986"/>
                  </a:lnTo>
                  <a:lnTo>
                    <a:pt x="225762" y="969229"/>
                  </a:lnTo>
                  <a:lnTo>
                    <a:pt x="189716" y="941367"/>
                  </a:lnTo>
                  <a:lnTo>
                    <a:pt x="156209" y="910590"/>
                  </a:lnTo>
                  <a:lnTo>
                    <a:pt x="125432" y="877083"/>
                  </a:lnTo>
                  <a:lnTo>
                    <a:pt x="97570" y="841037"/>
                  </a:lnTo>
                  <a:lnTo>
                    <a:pt x="72813" y="802640"/>
                  </a:lnTo>
                  <a:lnTo>
                    <a:pt x="51348" y="762078"/>
                  </a:lnTo>
                  <a:lnTo>
                    <a:pt x="33364" y="719541"/>
                  </a:lnTo>
                  <a:lnTo>
                    <a:pt x="19050" y="675216"/>
                  </a:lnTo>
                  <a:lnTo>
                    <a:pt x="8592" y="629292"/>
                  </a:lnTo>
                  <a:lnTo>
                    <a:pt x="2179" y="581957"/>
                  </a:lnTo>
                  <a:lnTo>
                    <a:pt x="0" y="533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2507995" y="6131458"/>
            <a:ext cx="4781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latin typeface="Calibri"/>
                <a:cs typeface="Calibri"/>
              </a:rPr>
              <a:t>k=3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7354633" y="3683317"/>
            <a:ext cx="2066925" cy="1990725"/>
            <a:chOff x="7354633" y="3683317"/>
            <a:chExt cx="2066925" cy="1990725"/>
          </a:xfrm>
        </p:grpSpPr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30833" y="3988117"/>
              <a:ext cx="238125" cy="238125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1833" y="5435917"/>
              <a:ext cx="238125" cy="238125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02433" y="3683317"/>
              <a:ext cx="238125" cy="238125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54633" y="4750117"/>
              <a:ext cx="238125" cy="238125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83433" y="4673917"/>
              <a:ext cx="238125" cy="238125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92833" y="4369117"/>
              <a:ext cx="238125" cy="238125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02433" y="5207317"/>
              <a:ext cx="238125" cy="238125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9732009" y="5641035"/>
            <a:ext cx="21310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alatino Linotype"/>
                <a:cs typeface="Palatino Linotype"/>
              </a:rPr>
              <a:t>Label</a:t>
            </a:r>
            <a:r>
              <a:rPr sz="1800" spc="-40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should</a:t>
            </a:r>
            <a:r>
              <a:rPr sz="1800" spc="-30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be</a:t>
            </a:r>
            <a:r>
              <a:rPr sz="1800" spc="-35" dirty="0">
                <a:latin typeface="Palatino Linotype"/>
                <a:cs typeface="Palatino Linotype"/>
              </a:rPr>
              <a:t> </a:t>
            </a:r>
            <a:r>
              <a:rPr sz="1800" spc="-20" dirty="0">
                <a:latin typeface="Palatino Linotype"/>
                <a:cs typeface="Palatino Linotype"/>
              </a:rPr>
              <a:t>blue</a:t>
            </a:r>
            <a:endParaRPr sz="1800">
              <a:latin typeface="Palatino Linotype"/>
              <a:cs typeface="Palatino Linotype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7269289" y="3483673"/>
            <a:ext cx="2708910" cy="2710180"/>
            <a:chOff x="7269289" y="3483673"/>
            <a:chExt cx="2708910" cy="2710180"/>
          </a:xfrm>
        </p:grpSpPr>
        <p:pic>
          <p:nvPicPr>
            <p:cNvPr id="44" name="object 4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1258" y="4717541"/>
              <a:ext cx="228600" cy="228600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8541258" y="471754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3" y="69812"/>
                  </a:lnTo>
                  <a:lnTo>
                    <a:pt x="33480" y="33480"/>
                  </a:lnTo>
                  <a:lnTo>
                    <a:pt x="69812" y="8983"/>
                  </a:lnTo>
                  <a:lnTo>
                    <a:pt x="114300" y="0"/>
                  </a:lnTo>
                  <a:lnTo>
                    <a:pt x="158787" y="8983"/>
                  </a:lnTo>
                  <a:lnTo>
                    <a:pt x="195119" y="33480"/>
                  </a:lnTo>
                  <a:lnTo>
                    <a:pt x="219616" y="69812"/>
                  </a:lnTo>
                  <a:lnTo>
                    <a:pt x="228600" y="114299"/>
                  </a:lnTo>
                  <a:lnTo>
                    <a:pt x="219616" y="158787"/>
                  </a:lnTo>
                  <a:lnTo>
                    <a:pt x="195119" y="195119"/>
                  </a:lnTo>
                  <a:lnTo>
                    <a:pt x="158787" y="219616"/>
                  </a:lnTo>
                  <a:lnTo>
                    <a:pt x="114300" y="228599"/>
                  </a:lnTo>
                  <a:lnTo>
                    <a:pt x="69812" y="219616"/>
                  </a:lnTo>
                  <a:lnTo>
                    <a:pt x="33480" y="195119"/>
                  </a:lnTo>
                  <a:lnTo>
                    <a:pt x="8983" y="158787"/>
                  </a:lnTo>
                  <a:lnTo>
                    <a:pt x="0" y="114299"/>
                  </a:lnTo>
                  <a:close/>
                </a:path>
              </a:pathLst>
            </a:custGeom>
            <a:ln w="3810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807958" y="4908041"/>
              <a:ext cx="953769" cy="595630"/>
            </a:xfrm>
            <a:custGeom>
              <a:avLst/>
              <a:gdLst/>
              <a:ahLst/>
              <a:cxnLst/>
              <a:rect l="l" t="t" r="r" b="b"/>
              <a:pathLst>
                <a:path w="953770" h="595629">
                  <a:moveTo>
                    <a:pt x="107329" y="43564"/>
                  </a:moveTo>
                  <a:lnTo>
                    <a:pt x="87457" y="75993"/>
                  </a:lnTo>
                  <a:lnTo>
                    <a:pt x="933323" y="595375"/>
                  </a:lnTo>
                  <a:lnTo>
                    <a:pt x="953262" y="562863"/>
                  </a:lnTo>
                  <a:lnTo>
                    <a:pt x="107329" y="43564"/>
                  </a:lnTo>
                  <a:close/>
                </a:path>
                <a:path w="953770" h="595629">
                  <a:moveTo>
                    <a:pt x="0" y="0"/>
                  </a:moveTo>
                  <a:lnTo>
                    <a:pt x="67564" y="108457"/>
                  </a:lnTo>
                  <a:lnTo>
                    <a:pt x="87457" y="75993"/>
                  </a:lnTo>
                  <a:lnTo>
                    <a:pt x="71247" y="66039"/>
                  </a:lnTo>
                  <a:lnTo>
                    <a:pt x="91186" y="33654"/>
                  </a:lnTo>
                  <a:lnTo>
                    <a:pt x="113401" y="33654"/>
                  </a:lnTo>
                  <a:lnTo>
                    <a:pt x="127253" y="11048"/>
                  </a:lnTo>
                  <a:lnTo>
                    <a:pt x="0" y="0"/>
                  </a:lnTo>
                  <a:close/>
                </a:path>
                <a:path w="953770" h="595629">
                  <a:moveTo>
                    <a:pt x="91186" y="33654"/>
                  </a:moveTo>
                  <a:lnTo>
                    <a:pt x="71247" y="66039"/>
                  </a:lnTo>
                  <a:lnTo>
                    <a:pt x="87457" y="75993"/>
                  </a:lnTo>
                  <a:lnTo>
                    <a:pt x="107329" y="43564"/>
                  </a:lnTo>
                  <a:lnTo>
                    <a:pt x="91186" y="33654"/>
                  </a:lnTo>
                  <a:close/>
                </a:path>
                <a:path w="953770" h="595629">
                  <a:moveTo>
                    <a:pt x="113401" y="33654"/>
                  </a:moveTo>
                  <a:lnTo>
                    <a:pt x="91186" y="33654"/>
                  </a:lnTo>
                  <a:lnTo>
                    <a:pt x="107329" y="43564"/>
                  </a:lnTo>
                  <a:lnTo>
                    <a:pt x="113401" y="336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274052" y="3488435"/>
              <a:ext cx="2699385" cy="2700655"/>
            </a:xfrm>
            <a:custGeom>
              <a:avLst/>
              <a:gdLst/>
              <a:ahLst/>
              <a:cxnLst/>
              <a:rect l="l" t="t" r="r" b="b"/>
              <a:pathLst>
                <a:path w="2699384" h="2700654">
                  <a:moveTo>
                    <a:pt x="0" y="1350264"/>
                  </a:moveTo>
                  <a:lnTo>
                    <a:pt x="851" y="1301833"/>
                  </a:lnTo>
                  <a:lnTo>
                    <a:pt x="3388" y="1253832"/>
                  </a:lnTo>
                  <a:lnTo>
                    <a:pt x="7580" y="1206288"/>
                  </a:lnTo>
                  <a:lnTo>
                    <a:pt x="13400" y="1159230"/>
                  </a:lnTo>
                  <a:lnTo>
                    <a:pt x="20818" y="1112687"/>
                  </a:lnTo>
                  <a:lnTo>
                    <a:pt x="29807" y="1066687"/>
                  </a:lnTo>
                  <a:lnTo>
                    <a:pt x="40338" y="1021259"/>
                  </a:lnTo>
                  <a:lnTo>
                    <a:pt x="52382" y="976431"/>
                  </a:lnTo>
                  <a:lnTo>
                    <a:pt x="65911" y="932232"/>
                  </a:lnTo>
                  <a:lnTo>
                    <a:pt x="80897" y="888691"/>
                  </a:lnTo>
                  <a:lnTo>
                    <a:pt x="97310" y="845835"/>
                  </a:lnTo>
                  <a:lnTo>
                    <a:pt x="115122" y="803695"/>
                  </a:lnTo>
                  <a:lnTo>
                    <a:pt x="134304" y="762297"/>
                  </a:lnTo>
                  <a:lnTo>
                    <a:pt x="154829" y="721671"/>
                  </a:lnTo>
                  <a:lnTo>
                    <a:pt x="176668" y="681846"/>
                  </a:lnTo>
                  <a:lnTo>
                    <a:pt x="199791" y="642849"/>
                  </a:lnTo>
                  <a:lnTo>
                    <a:pt x="224171" y="604710"/>
                  </a:lnTo>
                  <a:lnTo>
                    <a:pt x="249779" y="567456"/>
                  </a:lnTo>
                  <a:lnTo>
                    <a:pt x="276586" y="531117"/>
                  </a:lnTo>
                  <a:lnTo>
                    <a:pt x="304565" y="495721"/>
                  </a:lnTo>
                  <a:lnTo>
                    <a:pt x="333685" y="461297"/>
                  </a:lnTo>
                  <a:lnTo>
                    <a:pt x="363920" y="427873"/>
                  </a:lnTo>
                  <a:lnTo>
                    <a:pt x="395239" y="395477"/>
                  </a:lnTo>
                  <a:lnTo>
                    <a:pt x="427616" y="364139"/>
                  </a:lnTo>
                  <a:lnTo>
                    <a:pt x="461021" y="333887"/>
                  </a:lnTo>
                  <a:lnTo>
                    <a:pt x="495425" y="304749"/>
                  </a:lnTo>
                  <a:lnTo>
                    <a:pt x="530800" y="276755"/>
                  </a:lnTo>
                  <a:lnTo>
                    <a:pt x="567119" y="249931"/>
                  </a:lnTo>
                  <a:lnTo>
                    <a:pt x="604351" y="224308"/>
                  </a:lnTo>
                  <a:lnTo>
                    <a:pt x="642468" y="199913"/>
                  </a:lnTo>
                  <a:lnTo>
                    <a:pt x="681443" y="176776"/>
                  </a:lnTo>
                  <a:lnTo>
                    <a:pt x="721246" y="154924"/>
                  </a:lnTo>
                  <a:lnTo>
                    <a:pt x="761850" y="134387"/>
                  </a:lnTo>
                  <a:lnTo>
                    <a:pt x="803224" y="115193"/>
                  </a:lnTo>
                  <a:lnTo>
                    <a:pt x="845342" y="97370"/>
                  </a:lnTo>
                  <a:lnTo>
                    <a:pt x="888173" y="80947"/>
                  </a:lnTo>
                  <a:lnTo>
                    <a:pt x="931691" y="65952"/>
                  </a:lnTo>
                  <a:lnTo>
                    <a:pt x="975866" y="52415"/>
                  </a:lnTo>
                  <a:lnTo>
                    <a:pt x="1020669" y="40363"/>
                  </a:lnTo>
                  <a:lnTo>
                    <a:pt x="1066073" y="29826"/>
                  </a:lnTo>
                  <a:lnTo>
                    <a:pt x="1112048" y="20831"/>
                  </a:lnTo>
                  <a:lnTo>
                    <a:pt x="1158567" y="13408"/>
                  </a:lnTo>
                  <a:lnTo>
                    <a:pt x="1205600" y="7585"/>
                  </a:lnTo>
                  <a:lnTo>
                    <a:pt x="1253119" y="3390"/>
                  </a:lnTo>
                  <a:lnTo>
                    <a:pt x="1301096" y="852"/>
                  </a:lnTo>
                  <a:lnTo>
                    <a:pt x="1349502" y="0"/>
                  </a:lnTo>
                  <a:lnTo>
                    <a:pt x="1397907" y="852"/>
                  </a:lnTo>
                  <a:lnTo>
                    <a:pt x="1445884" y="3390"/>
                  </a:lnTo>
                  <a:lnTo>
                    <a:pt x="1493403" y="7585"/>
                  </a:lnTo>
                  <a:lnTo>
                    <a:pt x="1540436" y="13408"/>
                  </a:lnTo>
                  <a:lnTo>
                    <a:pt x="1586955" y="20831"/>
                  </a:lnTo>
                  <a:lnTo>
                    <a:pt x="1632930" y="29826"/>
                  </a:lnTo>
                  <a:lnTo>
                    <a:pt x="1678334" y="40363"/>
                  </a:lnTo>
                  <a:lnTo>
                    <a:pt x="1723137" y="52415"/>
                  </a:lnTo>
                  <a:lnTo>
                    <a:pt x="1767312" y="65952"/>
                  </a:lnTo>
                  <a:lnTo>
                    <a:pt x="1810830" y="80947"/>
                  </a:lnTo>
                  <a:lnTo>
                    <a:pt x="1853661" y="97370"/>
                  </a:lnTo>
                  <a:lnTo>
                    <a:pt x="1895779" y="115193"/>
                  </a:lnTo>
                  <a:lnTo>
                    <a:pt x="1937153" y="134387"/>
                  </a:lnTo>
                  <a:lnTo>
                    <a:pt x="1977757" y="154924"/>
                  </a:lnTo>
                  <a:lnTo>
                    <a:pt x="2017560" y="176776"/>
                  </a:lnTo>
                  <a:lnTo>
                    <a:pt x="2056535" y="199913"/>
                  </a:lnTo>
                  <a:lnTo>
                    <a:pt x="2094652" y="224308"/>
                  </a:lnTo>
                  <a:lnTo>
                    <a:pt x="2131884" y="249931"/>
                  </a:lnTo>
                  <a:lnTo>
                    <a:pt x="2168203" y="276755"/>
                  </a:lnTo>
                  <a:lnTo>
                    <a:pt x="2203578" y="304749"/>
                  </a:lnTo>
                  <a:lnTo>
                    <a:pt x="2237982" y="333887"/>
                  </a:lnTo>
                  <a:lnTo>
                    <a:pt x="2271387" y="364139"/>
                  </a:lnTo>
                  <a:lnTo>
                    <a:pt x="2303764" y="395477"/>
                  </a:lnTo>
                  <a:lnTo>
                    <a:pt x="2335083" y="427873"/>
                  </a:lnTo>
                  <a:lnTo>
                    <a:pt x="2365318" y="461297"/>
                  </a:lnTo>
                  <a:lnTo>
                    <a:pt x="2394438" y="495721"/>
                  </a:lnTo>
                  <a:lnTo>
                    <a:pt x="2422417" y="531117"/>
                  </a:lnTo>
                  <a:lnTo>
                    <a:pt x="2449224" y="567456"/>
                  </a:lnTo>
                  <a:lnTo>
                    <a:pt x="2474832" y="604710"/>
                  </a:lnTo>
                  <a:lnTo>
                    <a:pt x="2499212" y="642849"/>
                  </a:lnTo>
                  <a:lnTo>
                    <a:pt x="2522335" y="681846"/>
                  </a:lnTo>
                  <a:lnTo>
                    <a:pt x="2544174" y="721671"/>
                  </a:lnTo>
                  <a:lnTo>
                    <a:pt x="2564699" y="762297"/>
                  </a:lnTo>
                  <a:lnTo>
                    <a:pt x="2583881" y="803695"/>
                  </a:lnTo>
                  <a:lnTo>
                    <a:pt x="2601693" y="845835"/>
                  </a:lnTo>
                  <a:lnTo>
                    <a:pt x="2618106" y="888691"/>
                  </a:lnTo>
                  <a:lnTo>
                    <a:pt x="2633092" y="932232"/>
                  </a:lnTo>
                  <a:lnTo>
                    <a:pt x="2646621" y="976431"/>
                  </a:lnTo>
                  <a:lnTo>
                    <a:pt x="2658665" y="1021259"/>
                  </a:lnTo>
                  <a:lnTo>
                    <a:pt x="2669196" y="1066687"/>
                  </a:lnTo>
                  <a:lnTo>
                    <a:pt x="2678185" y="1112687"/>
                  </a:lnTo>
                  <a:lnTo>
                    <a:pt x="2685603" y="1159230"/>
                  </a:lnTo>
                  <a:lnTo>
                    <a:pt x="2691423" y="1206288"/>
                  </a:lnTo>
                  <a:lnTo>
                    <a:pt x="2695615" y="1253832"/>
                  </a:lnTo>
                  <a:lnTo>
                    <a:pt x="2698152" y="1301833"/>
                  </a:lnTo>
                  <a:lnTo>
                    <a:pt x="2699004" y="1350264"/>
                  </a:lnTo>
                  <a:lnTo>
                    <a:pt x="2698152" y="1398694"/>
                  </a:lnTo>
                  <a:lnTo>
                    <a:pt x="2695615" y="1446695"/>
                  </a:lnTo>
                  <a:lnTo>
                    <a:pt x="2691423" y="1494239"/>
                  </a:lnTo>
                  <a:lnTo>
                    <a:pt x="2685603" y="1541297"/>
                  </a:lnTo>
                  <a:lnTo>
                    <a:pt x="2678185" y="1587840"/>
                  </a:lnTo>
                  <a:lnTo>
                    <a:pt x="2669196" y="1633840"/>
                  </a:lnTo>
                  <a:lnTo>
                    <a:pt x="2658665" y="1679268"/>
                  </a:lnTo>
                  <a:lnTo>
                    <a:pt x="2646621" y="1724096"/>
                  </a:lnTo>
                  <a:lnTo>
                    <a:pt x="2633092" y="1768295"/>
                  </a:lnTo>
                  <a:lnTo>
                    <a:pt x="2618106" y="1811836"/>
                  </a:lnTo>
                  <a:lnTo>
                    <a:pt x="2601693" y="1854692"/>
                  </a:lnTo>
                  <a:lnTo>
                    <a:pt x="2583881" y="1896832"/>
                  </a:lnTo>
                  <a:lnTo>
                    <a:pt x="2564699" y="1938230"/>
                  </a:lnTo>
                  <a:lnTo>
                    <a:pt x="2544174" y="1978856"/>
                  </a:lnTo>
                  <a:lnTo>
                    <a:pt x="2522335" y="2018681"/>
                  </a:lnTo>
                  <a:lnTo>
                    <a:pt x="2499212" y="2057678"/>
                  </a:lnTo>
                  <a:lnTo>
                    <a:pt x="2474832" y="2095817"/>
                  </a:lnTo>
                  <a:lnTo>
                    <a:pt x="2449224" y="2133071"/>
                  </a:lnTo>
                  <a:lnTo>
                    <a:pt x="2422417" y="2169410"/>
                  </a:lnTo>
                  <a:lnTo>
                    <a:pt x="2394438" y="2204806"/>
                  </a:lnTo>
                  <a:lnTo>
                    <a:pt x="2365318" y="2239230"/>
                  </a:lnTo>
                  <a:lnTo>
                    <a:pt x="2335083" y="2272654"/>
                  </a:lnTo>
                  <a:lnTo>
                    <a:pt x="2303764" y="2305050"/>
                  </a:lnTo>
                  <a:lnTo>
                    <a:pt x="2271387" y="2336388"/>
                  </a:lnTo>
                  <a:lnTo>
                    <a:pt x="2237982" y="2366640"/>
                  </a:lnTo>
                  <a:lnTo>
                    <a:pt x="2203578" y="2395778"/>
                  </a:lnTo>
                  <a:lnTo>
                    <a:pt x="2168203" y="2423772"/>
                  </a:lnTo>
                  <a:lnTo>
                    <a:pt x="2131884" y="2450596"/>
                  </a:lnTo>
                  <a:lnTo>
                    <a:pt x="2094652" y="2476219"/>
                  </a:lnTo>
                  <a:lnTo>
                    <a:pt x="2056535" y="2500614"/>
                  </a:lnTo>
                  <a:lnTo>
                    <a:pt x="2017560" y="2523751"/>
                  </a:lnTo>
                  <a:lnTo>
                    <a:pt x="1977757" y="2545603"/>
                  </a:lnTo>
                  <a:lnTo>
                    <a:pt x="1937153" y="2566140"/>
                  </a:lnTo>
                  <a:lnTo>
                    <a:pt x="1895779" y="2585334"/>
                  </a:lnTo>
                  <a:lnTo>
                    <a:pt x="1853661" y="2603157"/>
                  </a:lnTo>
                  <a:lnTo>
                    <a:pt x="1810830" y="2619580"/>
                  </a:lnTo>
                  <a:lnTo>
                    <a:pt x="1767312" y="2634575"/>
                  </a:lnTo>
                  <a:lnTo>
                    <a:pt x="1723137" y="2648112"/>
                  </a:lnTo>
                  <a:lnTo>
                    <a:pt x="1678334" y="2660164"/>
                  </a:lnTo>
                  <a:lnTo>
                    <a:pt x="1632930" y="2670701"/>
                  </a:lnTo>
                  <a:lnTo>
                    <a:pt x="1586955" y="2679696"/>
                  </a:lnTo>
                  <a:lnTo>
                    <a:pt x="1540436" y="2687119"/>
                  </a:lnTo>
                  <a:lnTo>
                    <a:pt x="1493403" y="2692942"/>
                  </a:lnTo>
                  <a:lnTo>
                    <a:pt x="1445884" y="2697137"/>
                  </a:lnTo>
                  <a:lnTo>
                    <a:pt x="1397907" y="2699675"/>
                  </a:lnTo>
                  <a:lnTo>
                    <a:pt x="1349502" y="2700528"/>
                  </a:lnTo>
                  <a:lnTo>
                    <a:pt x="1301096" y="2699675"/>
                  </a:lnTo>
                  <a:lnTo>
                    <a:pt x="1253119" y="2697137"/>
                  </a:lnTo>
                  <a:lnTo>
                    <a:pt x="1205600" y="2692942"/>
                  </a:lnTo>
                  <a:lnTo>
                    <a:pt x="1158567" y="2687119"/>
                  </a:lnTo>
                  <a:lnTo>
                    <a:pt x="1112048" y="2679696"/>
                  </a:lnTo>
                  <a:lnTo>
                    <a:pt x="1066073" y="2670701"/>
                  </a:lnTo>
                  <a:lnTo>
                    <a:pt x="1020669" y="2660164"/>
                  </a:lnTo>
                  <a:lnTo>
                    <a:pt x="975866" y="2648112"/>
                  </a:lnTo>
                  <a:lnTo>
                    <a:pt x="931691" y="2634575"/>
                  </a:lnTo>
                  <a:lnTo>
                    <a:pt x="888173" y="2619580"/>
                  </a:lnTo>
                  <a:lnTo>
                    <a:pt x="845342" y="2603157"/>
                  </a:lnTo>
                  <a:lnTo>
                    <a:pt x="803224" y="2585334"/>
                  </a:lnTo>
                  <a:lnTo>
                    <a:pt x="761850" y="2566140"/>
                  </a:lnTo>
                  <a:lnTo>
                    <a:pt x="721246" y="2545603"/>
                  </a:lnTo>
                  <a:lnTo>
                    <a:pt x="681443" y="2523751"/>
                  </a:lnTo>
                  <a:lnTo>
                    <a:pt x="642468" y="2500614"/>
                  </a:lnTo>
                  <a:lnTo>
                    <a:pt x="604351" y="2476219"/>
                  </a:lnTo>
                  <a:lnTo>
                    <a:pt x="567119" y="2450596"/>
                  </a:lnTo>
                  <a:lnTo>
                    <a:pt x="530800" y="2423772"/>
                  </a:lnTo>
                  <a:lnTo>
                    <a:pt x="495425" y="2395778"/>
                  </a:lnTo>
                  <a:lnTo>
                    <a:pt x="461021" y="2366640"/>
                  </a:lnTo>
                  <a:lnTo>
                    <a:pt x="427616" y="2336388"/>
                  </a:lnTo>
                  <a:lnTo>
                    <a:pt x="395239" y="2305050"/>
                  </a:lnTo>
                  <a:lnTo>
                    <a:pt x="363920" y="2272654"/>
                  </a:lnTo>
                  <a:lnTo>
                    <a:pt x="333685" y="2239230"/>
                  </a:lnTo>
                  <a:lnTo>
                    <a:pt x="304565" y="2204806"/>
                  </a:lnTo>
                  <a:lnTo>
                    <a:pt x="276586" y="2169410"/>
                  </a:lnTo>
                  <a:lnTo>
                    <a:pt x="249779" y="2133071"/>
                  </a:lnTo>
                  <a:lnTo>
                    <a:pt x="224171" y="2095817"/>
                  </a:lnTo>
                  <a:lnTo>
                    <a:pt x="199791" y="2057678"/>
                  </a:lnTo>
                  <a:lnTo>
                    <a:pt x="176668" y="2018681"/>
                  </a:lnTo>
                  <a:lnTo>
                    <a:pt x="154829" y="1978856"/>
                  </a:lnTo>
                  <a:lnTo>
                    <a:pt x="134304" y="1938230"/>
                  </a:lnTo>
                  <a:lnTo>
                    <a:pt x="115122" y="1896832"/>
                  </a:lnTo>
                  <a:lnTo>
                    <a:pt x="97310" y="1854692"/>
                  </a:lnTo>
                  <a:lnTo>
                    <a:pt x="80897" y="1811836"/>
                  </a:lnTo>
                  <a:lnTo>
                    <a:pt x="65911" y="1768295"/>
                  </a:lnTo>
                  <a:lnTo>
                    <a:pt x="52382" y="1724096"/>
                  </a:lnTo>
                  <a:lnTo>
                    <a:pt x="40338" y="1679268"/>
                  </a:lnTo>
                  <a:lnTo>
                    <a:pt x="29807" y="1633840"/>
                  </a:lnTo>
                  <a:lnTo>
                    <a:pt x="20818" y="1587840"/>
                  </a:lnTo>
                  <a:lnTo>
                    <a:pt x="13400" y="1541297"/>
                  </a:lnTo>
                  <a:lnTo>
                    <a:pt x="7580" y="1494239"/>
                  </a:lnTo>
                  <a:lnTo>
                    <a:pt x="3388" y="1446695"/>
                  </a:lnTo>
                  <a:lnTo>
                    <a:pt x="851" y="1398694"/>
                  </a:lnTo>
                  <a:lnTo>
                    <a:pt x="0" y="1350264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8549385" y="6129934"/>
            <a:ext cx="4781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latin typeface="Calibri"/>
                <a:cs typeface="Calibri"/>
              </a:rPr>
              <a:t>k=7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k-</a:t>
            </a:r>
            <a:r>
              <a:rPr dirty="0"/>
              <a:t>Nearest</a:t>
            </a:r>
            <a:r>
              <a:rPr spc="-135" dirty="0"/>
              <a:t> </a:t>
            </a:r>
            <a:r>
              <a:rPr dirty="0"/>
              <a:t>Neighbor</a:t>
            </a:r>
            <a:r>
              <a:rPr spc="-114" dirty="0"/>
              <a:t> </a:t>
            </a:r>
            <a:r>
              <a:rPr dirty="0"/>
              <a:t>(kNN)</a:t>
            </a:r>
            <a:r>
              <a:rPr spc="-110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7787" y="578865"/>
            <a:ext cx="6597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Idea: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73836" y="1211580"/>
            <a:ext cx="4934675" cy="4658092"/>
            <a:chOff x="973836" y="1211580"/>
            <a:chExt cx="4934675" cy="4658092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3836" y="1264171"/>
              <a:ext cx="4934675" cy="460550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43584" y="1211580"/>
              <a:ext cx="4604385" cy="4434840"/>
            </a:xfrm>
            <a:custGeom>
              <a:avLst/>
              <a:gdLst/>
              <a:ahLst/>
              <a:cxnLst/>
              <a:rect l="l" t="t" r="r" b="b"/>
              <a:pathLst>
                <a:path w="4604385" h="4434840">
                  <a:moveTo>
                    <a:pt x="0" y="4434840"/>
                  </a:moveTo>
                  <a:lnTo>
                    <a:pt x="4604004" y="4434840"/>
                  </a:lnTo>
                  <a:lnTo>
                    <a:pt x="4604004" y="0"/>
                  </a:lnTo>
                  <a:lnTo>
                    <a:pt x="0" y="0"/>
                  </a:lnTo>
                  <a:lnTo>
                    <a:pt x="0" y="443484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50045" y="4431601"/>
              <a:ext cx="238125" cy="23812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31145" y="2631757"/>
              <a:ext cx="238125" cy="23812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75269" y="4320349"/>
              <a:ext cx="238125" cy="23812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35517" y="3840289"/>
              <a:ext cx="238125" cy="23812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61497" y="2599753"/>
              <a:ext cx="238125" cy="23812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25761" y="2371153"/>
              <a:ext cx="238125" cy="23812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35517" y="4448365"/>
              <a:ext cx="238125" cy="23812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45445" y="2310193"/>
              <a:ext cx="238125" cy="23812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95738" y="2750819"/>
              <a:ext cx="347662" cy="52730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62665" y="1788985"/>
              <a:ext cx="238125" cy="23812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16845" y="1825561"/>
              <a:ext cx="238125" cy="238125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3342132" y="2805683"/>
            <a:ext cx="317500" cy="243840"/>
          </a:xfrm>
          <a:prstGeom prst="rect">
            <a:avLst/>
          </a:prstGeom>
          <a:solidFill>
            <a:srgbClr val="5B9BD4"/>
          </a:solidFill>
          <a:ln w="12700">
            <a:solidFill>
              <a:srgbClr val="41709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6045">
              <a:lnSpc>
                <a:spcPts val="1920"/>
              </a:lnSpc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?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026729" y="2054161"/>
            <a:ext cx="1315720" cy="2565400"/>
            <a:chOff x="2026729" y="2054161"/>
            <a:chExt cx="1315720" cy="2565400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04197" y="4381309"/>
              <a:ext cx="238125" cy="23812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73845" y="3904297"/>
              <a:ext cx="238125" cy="23812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54033" y="3526345"/>
              <a:ext cx="238125" cy="23812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26729" y="3159061"/>
              <a:ext cx="238125" cy="23812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02445" y="2054161"/>
              <a:ext cx="238125" cy="238125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6914768" y="1243329"/>
            <a:ext cx="42570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Segoe Print"/>
                <a:cs typeface="Segoe Print"/>
              </a:rPr>
              <a:t>-</a:t>
            </a:r>
            <a:r>
              <a:rPr sz="2400" spc="17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Two</a:t>
            </a:r>
            <a:r>
              <a:rPr sz="2400" spc="-2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classes,</a:t>
            </a:r>
            <a:r>
              <a:rPr sz="2400" spc="-2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two</a:t>
            </a:r>
            <a:r>
              <a:rPr sz="2400" spc="-15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features</a:t>
            </a:r>
            <a:endParaRPr sz="2400">
              <a:latin typeface="Segoe Print"/>
              <a:cs typeface="Segoe Prin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914768" y="2157348"/>
            <a:ext cx="4460240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50100"/>
              </a:lnSpc>
              <a:spcBef>
                <a:spcPts val="100"/>
              </a:spcBef>
            </a:pPr>
            <a:r>
              <a:rPr sz="2400" dirty="0">
                <a:latin typeface="Segoe Print"/>
                <a:cs typeface="Segoe Print"/>
              </a:rPr>
              <a:t>-</a:t>
            </a:r>
            <a:r>
              <a:rPr sz="2400" spc="16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We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want</a:t>
            </a:r>
            <a:r>
              <a:rPr sz="2400" spc="-2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to</a:t>
            </a:r>
            <a:r>
              <a:rPr sz="2400" spc="-2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assign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label</a:t>
            </a:r>
            <a:r>
              <a:rPr sz="2400" spc="-15" dirty="0">
                <a:latin typeface="Segoe Print"/>
                <a:cs typeface="Segoe Print"/>
              </a:rPr>
              <a:t> </a:t>
            </a:r>
            <a:r>
              <a:rPr sz="2400" spc="-25" dirty="0">
                <a:latin typeface="Segoe Print"/>
                <a:cs typeface="Segoe Print"/>
              </a:rPr>
              <a:t>to </a:t>
            </a:r>
            <a:r>
              <a:rPr sz="2400" dirty="0">
                <a:latin typeface="Segoe Print"/>
                <a:cs typeface="Segoe Print"/>
              </a:rPr>
              <a:t>unknown</a:t>
            </a:r>
            <a:r>
              <a:rPr sz="2400" spc="-5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data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point?</a:t>
            </a:r>
            <a:endParaRPr sz="2400">
              <a:latin typeface="Segoe Print"/>
              <a:cs typeface="Segoe Prin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914768" y="3986606"/>
            <a:ext cx="34251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Segoe Print"/>
                <a:cs typeface="Segoe Print"/>
              </a:rPr>
              <a:t>-</a:t>
            </a:r>
            <a:r>
              <a:rPr sz="2400" spc="15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Label</a:t>
            </a:r>
            <a:r>
              <a:rPr sz="2400" spc="-2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should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be</a:t>
            </a:r>
            <a:r>
              <a:rPr sz="2400" spc="-20" dirty="0">
                <a:latin typeface="Segoe Print"/>
                <a:cs typeface="Segoe Print"/>
              </a:rPr>
              <a:t> </a:t>
            </a:r>
            <a:r>
              <a:rPr sz="2400" b="1" spc="-20" dirty="0">
                <a:solidFill>
                  <a:srgbClr val="FF0000"/>
                </a:solidFill>
                <a:latin typeface="Segoe Print"/>
                <a:cs typeface="Segoe Print"/>
              </a:rPr>
              <a:t>red</a:t>
            </a:r>
            <a:r>
              <a:rPr sz="2400" spc="-20" dirty="0">
                <a:latin typeface="Segoe Print"/>
                <a:cs typeface="Segoe Print"/>
              </a:rPr>
              <a:t>.</a:t>
            </a:r>
            <a:endParaRPr sz="2400">
              <a:latin typeface="Segoe Print"/>
              <a:cs typeface="Segoe Prin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578865"/>
            <a:ext cx="11346815" cy="575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1290">
              <a:lnSpc>
                <a:spcPct val="100000"/>
              </a:lnSpc>
              <a:spcBef>
                <a:spcPts val="100"/>
              </a:spcBef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Idea:</a:t>
            </a:r>
            <a:endParaRPr sz="2400" dirty="0">
              <a:latin typeface="Calibri"/>
              <a:cs typeface="Calibri"/>
            </a:endParaRPr>
          </a:p>
          <a:p>
            <a:pPr marL="504190" indent="-342900">
              <a:lnSpc>
                <a:spcPct val="100000"/>
              </a:lnSpc>
              <a:spcBef>
                <a:spcPts val="2175"/>
              </a:spcBef>
              <a:buChar char="-"/>
              <a:tabLst>
                <a:tab pos="504190" algn="l"/>
              </a:tabLst>
            </a:pPr>
            <a:r>
              <a:rPr sz="2400" dirty="0">
                <a:latin typeface="Segoe Print"/>
                <a:cs typeface="Segoe Print"/>
              </a:rPr>
              <a:t>We</a:t>
            </a:r>
            <a:r>
              <a:rPr sz="2400" spc="-6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have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similar</a:t>
            </a:r>
            <a:r>
              <a:rPr sz="2400" spc="-5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labels</a:t>
            </a:r>
            <a:r>
              <a:rPr sz="2400" spc="-3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for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similar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features.</a:t>
            </a:r>
            <a:endParaRPr sz="2400" dirty="0">
              <a:latin typeface="Segoe Print"/>
              <a:cs typeface="Segoe Print"/>
            </a:endParaRPr>
          </a:p>
          <a:p>
            <a:pPr marL="504190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504190" algn="l"/>
              </a:tabLst>
            </a:pPr>
            <a:r>
              <a:rPr sz="2400" dirty="0">
                <a:latin typeface="Segoe Print"/>
                <a:cs typeface="Segoe Print"/>
              </a:rPr>
              <a:t>We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classify</a:t>
            </a:r>
            <a:r>
              <a:rPr sz="2400" spc="-2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new</a:t>
            </a:r>
            <a:r>
              <a:rPr sz="2400" spc="-5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test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point</a:t>
            </a:r>
            <a:r>
              <a:rPr sz="2400" spc="-2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using</a:t>
            </a:r>
            <a:r>
              <a:rPr sz="2400" spc="-5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similar</a:t>
            </a:r>
            <a:r>
              <a:rPr sz="2400" spc="-3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training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data</a:t>
            </a:r>
            <a:r>
              <a:rPr sz="2400" spc="-30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points.</a:t>
            </a:r>
            <a:endParaRPr sz="2400" dirty="0">
              <a:latin typeface="Segoe Print"/>
              <a:cs typeface="Segoe Print"/>
            </a:endParaRPr>
          </a:p>
          <a:p>
            <a:pPr marL="161290">
              <a:lnSpc>
                <a:spcPct val="100000"/>
              </a:lnSpc>
              <a:spcBef>
                <a:spcPts val="1145"/>
              </a:spcBef>
            </a:pP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Algorithm</a:t>
            </a:r>
            <a:r>
              <a:rPr sz="2400" b="1" u="sng" spc="-9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overview:</a:t>
            </a:r>
            <a:endParaRPr sz="2400" dirty="0">
              <a:latin typeface="Calibri"/>
              <a:cs typeface="Calibri"/>
            </a:endParaRPr>
          </a:p>
          <a:p>
            <a:pPr marL="504190" indent="-342900">
              <a:lnSpc>
                <a:spcPct val="100000"/>
              </a:lnSpc>
              <a:spcBef>
                <a:spcPts val="625"/>
              </a:spcBef>
              <a:buChar char="-"/>
              <a:tabLst>
                <a:tab pos="504190" algn="l"/>
              </a:tabLst>
            </a:pPr>
            <a:r>
              <a:rPr sz="2400" dirty="0">
                <a:latin typeface="Segoe Print"/>
                <a:cs typeface="Segoe Print"/>
              </a:rPr>
              <a:t>Given</a:t>
            </a:r>
            <a:r>
              <a:rPr sz="2400" spc="-3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some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new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test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point</a:t>
            </a:r>
            <a:r>
              <a:rPr sz="2400" spc="-3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x</a:t>
            </a:r>
            <a:r>
              <a:rPr sz="2400" spc="-2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for</a:t>
            </a:r>
            <a:r>
              <a:rPr sz="2400" spc="-1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which</a:t>
            </a:r>
            <a:r>
              <a:rPr sz="2400" spc="-2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we</a:t>
            </a:r>
            <a:r>
              <a:rPr sz="2400" spc="-3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need</a:t>
            </a:r>
            <a:r>
              <a:rPr sz="2400" spc="-3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to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predict</a:t>
            </a:r>
            <a:r>
              <a:rPr sz="2400" spc="-2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the</a:t>
            </a:r>
            <a:r>
              <a:rPr sz="2400" spc="-2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class</a:t>
            </a:r>
            <a:r>
              <a:rPr sz="2400" spc="-30" dirty="0">
                <a:latin typeface="Segoe Print"/>
                <a:cs typeface="Segoe Print"/>
              </a:rPr>
              <a:t> </a:t>
            </a:r>
            <a:r>
              <a:rPr sz="2400" spc="-25" dirty="0">
                <a:latin typeface="Segoe Print"/>
                <a:cs typeface="Segoe Print"/>
              </a:rPr>
              <a:t>y.</a:t>
            </a:r>
            <a:endParaRPr sz="2400" dirty="0">
              <a:latin typeface="Segoe Print"/>
              <a:cs typeface="Segoe Print"/>
            </a:endParaRPr>
          </a:p>
          <a:p>
            <a:pPr marL="504190" indent="-342900">
              <a:lnSpc>
                <a:spcPct val="100000"/>
              </a:lnSpc>
              <a:spcBef>
                <a:spcPts val="1445"/>
              </a:spcBef>
              <a:buChar char="-"/>
              <a:tabLst>
                <a:tab pos="504190" algn="l"/>
              </a:tabLst>
            </a:pPr>
            <a:r>
              <a:rPr sz="2400" dirty="0">
                <a:latin typeface="Segoe Print"/>
                <a:cs typeface="Segoe Print"/>
              </a:rPr>
              <a:t>Find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b="1" dirty="0">
                <a:latin typeface="Segoe Print"/>
                <a:cs typeface="Segoe Print"/>
              </a:rPr>
              <a:t>most</a:t>
            </a:r>
            <a:r>
              <a:rPr sz="2400" b="1" spc="-35" dirty="0">
                <a:latin typeface="Segoe Print"/>
                <a:cs typeface="Segoe Print"/>
              </a:rPr>
              <a:t> </a:t>
            </a:r>
            <a:r>
              <a:rPr sz="2400" b="1" dirty="0">
                <a:latin typeface="Segoe Print"/>
                <a:cs typeface="Segoe Print"/>
              </a:rPr>
              <a:t>similar</a:t>
            </a:r>
            <a:r>
              <a:rPr sz="2400" b="1" spc="-40" dirty="0">
                <a:latin typeface="Segoe Print"/>
                <a:cs typeface="Segoe Print"/>
              </a:rPr>
              <a:t> </a:t>
            </a:r>
            <a:r>
              <a:rPr sz="2400" spc="-25" dirty="0">
                <a:latin typeface="Segoe Print"/>
                <a:cs typeface="Segoe Print"/>
              </a:rPr>
              <a:t>data-</a:t>
            </a:r>
            <a:r>
              <a:rPr sz="2400" dirty="0">
                <a:latin typeface="Segoe Print"/>
                <a:cs typeface="Segoe Print"/>
              </a:rPr>
              <a:t>points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in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the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training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data.</a:t>
            </a:r>
            <a:endParaRPr sz="2400" dirty="0">
              <a:latin typeface="Segoe Print"/>
              <a:cs typeface="Segoe Print"/>
            </a:endParaRPr>
          </a:p>
          <a:p>
            <a:pPr marL="504190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504190" algn="l"/>
              </a:tabLst>
            </a:pPr>
            <a:r>
              <a:rPr sz="2400" dirty="0">
                <a:latin typeface="Segoe Print"/>
                <a:cs typeface="Segoe Print"/>
              </a:rPr>
              <a:t>Classify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x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“like”</a:t>
            </a:r>
            <a:r>
              <a:rPr sz="2400" spc="-2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these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b="1" dirty="0">
                <a:latin typeface="Segoe Print"/>
                <a:cs typeface="Segoe Print"/>
              </a:rPr>
              <a:t>most</a:t>
            </a:r>
            <a:r>
              <a:rPr sz="2400" b="1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similar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data</a:t>
            </a:r>
            <a:r>
              <a:rPr sz="2400" spc="-25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points.</a:t>
            </a:r>
            <a:endParaRPr sz="2400" dirty="0">
              <a:latin typeface="Segoe Print"/>
              <a:cs typeface="Segoe Print"/>
            </a:endParaRPr>
          </a:p>
          <a:p>
            <a:pPr marL="161290">
              <a:lnSpc>
                <a:spcPct val="100000"/>
              </a:lnSpc>
              <a:spcBef>
                <a:spcPts val="1300"/>
              </a:spcBef>
            </a:pPr>
            <a:r>
              <a:rPr sz="2400" b="1" u="sng" spc="-1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Questions: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000"/>
              </a:spcBef>
              <a:buChar char="-"/>
              <a:tabLst>
                <a:tab pos="355600" algn="l"/>
              </a:tabLst>
            </a:pPr>
            <a:r>
              <a:rPr sz="2400" dirty="0">
                <a:latin typeface="Segoe Print"/>
                <a:cs typeface="Segoe Print"/>
              </a:rPr>
              <a:t>How</a:t>
            </a:r>
            <a:r>
              <a:rPr sz="2400" spc="-5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do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we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determine</a:t>
            </a:r>
            <a:r>
              <a:rPr sz="2400" spc="-5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the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similarity?</a:t>
            </a:r>
            <a:endParaRPr sz="2400" dirty="0">
              <a:latin typeface="Segoe Print"/>
              <a:cs typeface="Segoe Print"/>
            </a:endParaRPr>
          </a:p>
          <a:p>
            <a:pPr marL="355600" indent="-342900">
              <a:lnSpc>
                <a:spcPct val="100000"/>
              </a:lnSpc>
              <a:spcBef>
                <a:spcPts val="1445"/>
              </a:spcBef>
              <a:buChar char="-"/>
              <a:tabLst>
                <a:tab pos="355600" algn="l"/>
              </a:tabLst>
            </a:pPr>
            <a:r>
              <a:rPr sz="2400" dirty="0">
                <a:latin typeface="Segoe Print"/>
                <a:cs typeface="Segoe Print"/>
              </a:rPr>
              <a:t>How</a:t>
            </a:r>
            <a:r>
              <a:rPr sz="2400" spc="-5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many</a:t>
            </a:r>
            <a:r>
              <a:rPr sz="2400" spc="-5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similar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training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data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points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to</a:t>
            </a:r>
            <a:r>
              <a:rPr sz="2400" spc="-50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consider?</a:t>
            </a:r>
            <a:endParaRPr sz="2400" dirty="0">
              <a:latin typeface="Segoe Print"/>
              <a:cs typeface="Segoe Print"/>
            </a:endParaRP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355600" algn="l"/>
              </a:tabLst>
            </a:pPr>
            <a:r>
              <a:rPr sz="2400" dirty="0">
                <a:latin typeface="Segoe Print"/>
                <a:cs typeface="Segoe Print"/>
              </a:rPr>
              <a:t>How</a:t>
            </a:r>
            <a:r>
              <a:rPr sz="2400" spc="-5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to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resolve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inconsistencies</a:t>
            </a:r>
            <a:r>
              <a:rPr sz="2400" spc="-6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among</a:t>
            </a:r>
            <a:r>
              <a:rPr sz="2400" spc="-6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the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training</a:t>
            </a:r>
            <a:r>
              <a:rPr sz="2400" spc="-6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data</a:t>
            </a:r>
            <a:r>
              <a:rPr sz="2400" spc="-30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points?</a:t>
            </a:r>
            <a:endParaRPr sz="2400" dirty="0">
              <a:latin typeface="Segoe Print"/>
              <a:cs typeface="Segoe Prin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k-</a:t>
            </a:r>
            <a:r>
              <a:rPr dirty="0"/>
              <a:t>Nearest</a:t>
            </a:r>
            <a:r>
              <a:rPr spc="-135" dirty="0"/>
              <a:t> </a:t>
            </a:r>
            <a:r>
              <a:rPr dirty="0"/>
              <a:t>Neighbor</a:t>
            </a:r>
            <a:r>
              <a:rPr spc="-114" dirty="0"/>
              <a:t> </a:t>
            </a:r>
            <a:r>
              <a:rPr dirty="0"/>
              <a:t>(kNN)</a:t>
            </a:r>
            <a:r>
              <a:rPr spc="-110" dirty="0"/>
              <a:t> </a:t>
            </a:r>
            <a:r>
              <a:rPr spc="-10" dirty="0"/>
              <a:t>Algorithm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8876" y="799338"/>
            <a:ext cx="23190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Formal</a:t>
            </a:r>
            <a:r>
              <a:rPr sz="2400" b="1" u="sng" spc="-7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Definition: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k-</a:t>
            </a:r>
            <a:r>
              <a:rPr dirty="0"/>
              <a:t>Nearest</a:t>
            </a:r>
            <a:r>
              <a:rPr spc="-135" dirty="0"/>
              <a:t> </a:t>
            </a:r>
            <a:r>
              <a:rPr dirty="0"/>
              <a:t>Neighbor</a:t>
            </a:r>
            <a:r>
              <a:rPr spc="-114" dirty="0"/>
              <a:t> </a:t>
            </a:r>
            <a:r>
              <a:rPr dirty="0"/>
              <a:t>(kNN)</a:t>
            </a:r>
            <a:r>
              <a:rPr spc="-110" dirty="0"/>
              <a:t> </a:t>
            </a:r>
            <a:r>
              <a:rPr spc="-10" dirty="0"/>
              <a:t>Algorithm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831" y="1248155"/>
            <a:ext cx="8238744" cy="9540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9831" y="2644139"/>
            <a:ext cx="5734812" cy="3063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9831" y="3913632"/>
            <a:ext cx="9991344" cy="150876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9831" y="3279647"/>
            <a:ext cx="9221724" cy="32003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68523" y="5896355"/>
            <a:ext cx="6385560" cy="64008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73455" y="5468518"/>
            <a:ext cx="18929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Interpretation: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8876" y="799338"/>
            <a:ext cx="23190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Formal</a:t>
            </a:r>
            <a:r>
              <a:rPr sz="2400" b="1" u="sng" spc="-7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Definition: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k-</a:t>
            </a:r>
            <a:r>
              <a:rPr dirty="0"/>
              <a:t>Nearest</a:t>
            </a:r>
            <a:r>
              <a:rPr spc="-135" dirty="0"/>
              <a:t> </a:t>
            </a:r>
            <a:r>
              <a:rPr dirty="0"/>
              <a:t>Neighbor</a:t>
            </a:r>
            <a:r>
              <a:rPr spc="-114" dirty="0"/>
              <a:t> </a:t>
            </a:r>
            <a:r>
              <a:rPr dirty="0"/>
              <a:t>(kNN)</a:t>
            </a:r>
            <a:r>
              <a:rPr spc="-110" dirty="0"/>
              <a:t> </a:t>
            </a:r>
            <a:r>
              <a:rPr spc="-10" dirty="0"/>
              <a:t>Algorithm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647" y="1496567"/>
            <a:ext cx="9983724" cy="15057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8876" y="799338"/>
            <a:ext cx="2478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Decision</a:t>
            </a:r>
            <a:r>
              <a:rPr sz="2400" b="1" u="sng" spc="-2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Boundary: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k-</a:t>
            </a:r>
            <a:r>
              <a:rPr dirty="0"/>
              <a:t>Nearest</a:t>
            </a:r>
            <a:r>
              <a:rPr spc="-135" dirty="0"/>
              <a:t> </a:t>
            </a:r>
            <a:r>
              <a:rPr dirty="0"/>
              <a:t>Neighbor</a:t>
            </a:r>
            <a:r>
              <a:rPr spc="-114" dirty="0"/>
              <a:t> </a:t>
            </a:r>
            <a:r>
              <a:rPr dirty="0"/>
              <a:t>(kNN)</a:t>
            </a:r>
            <a:r>
              <a:rPr spc="-110" dirty="0"/>
              <a:t> </a:t>
            </a:r>
            <a:r>
              <a:rPr spc="-10" dirty="0"/>
              <a:t>Algorithm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831" y="1386839"/>
            <a:ext cx="10456164" cy="64007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9831" y="2281427"/>
            <a:ext cx="8671560" cy="97231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77583" y="3605784"/>
            <a:ext cx="5608319" cy="282854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5759" y="4108703"/>
            <a:ext cx="5945124" cy="63246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65759" y="5154167"/>
            <a:ext cx="5343144" cy="64007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8876" y="799338"/>
            <a:ext cx="8118475" cy="4399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Characteristics</a:t>
            </a:r>
            <a:r>
              <a:rPr sz="2400" b="1" u="sng" spc="-7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of</a:t>
            </a:r>
            <a:r>
              <a:rPr sz="2400" b="1" u="sng" spc="-6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2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kNN: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755"/>
              </a:spcBef>
              <a:buChar char="-"/>
              <a:tabLst>
                <a:tab pos="355600" algn="l"/>
              </a:tabLst>
            </a:pPr>
            <a:r>
              <a:rPr sz="2400" dirty="0">
                <a:latin typeface="Segoe Print"/>
                <a:cs typeface="Segoe Print"/>
              </a:rPr>
              <a:t>No</a:t>
            </a:r>
            <a:r>
              <a:rPr sz="2400" spc="-6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assumptions</a:t>
            </a:r>
            <a:r>
              <a:rPr sz="2400" spc="-8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about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the</a:t>
            </a:r>
            <a:r>
              <a:rPr sz="2400" spc="-6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distribution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of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the</a:t>
            </a:r>
            <a:r>
              <a:rPr sz="2400" spc="-60" dirty="0">
                <a:latin typeface="Segoe Print"/>
                <a:cs typeface="Segoe Print"/>
              </a:rPr>
              <a:t> </a:t>
            </a:r>
            <a:r>
              <a:rPr sz="2400" spc="-20" dirty="0">
                <a:latin typeface="Segoe Print"/>
                <a:cs typeface="Segoe Print"/>
              </a:rPr>
              <a:t>data</a:t>
            </a:r>
            <a:endParaRPr sz="2400" dirty="0">
              <a:latin typeface="Segoe Print"/>
              <a:cs typeface="Segoe Print"/>
            </a:endParaRP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355600" algn="l"/>
              </a:tabLst>
            </a:pPr>
            <a:r>
              <a:rPr sz="2400" spc="-10" dirty="0">
                <a:latin typeface="Segoe Print"/>
                <a:cs typeface="Segoe Print"/>
              </a:rPr>
              <a:t>Non-</a:t>
            </a:r>
            <a:r>
              <a:rPr sz="2400" dirty="0">
                <a:latin typeface="Segoe Print"/>
                <a:cs typeface="Segoe Print"/>
              </a:rPr>
              <a:t>parametric</a:t>
            </a:r>
            <a:r>
              <a:rPr sz="2400" spc="-125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algorithm</a:t>
            </a:r>
            <a:endParaRPr sz="2400" dirty="0">
              <a:latin typeface="Segoe Print"/>
              <a:cs typeface="Segoe Print"/>
            </a:endParaRPr>
          </a:p>
          <a:p>
            <a:pPr marL="812800" lvl="1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812800" algn="l"/>
              </a:tabLst>
            </a:pPr>
            <a:r>
              <a:rPr sz="2400" dirty="0">
                <a:latin typeface="Segoe Print"/>
                <a:cs typeface="Segoe Print"/>
              </a:rPr>
              <a:t>No </a:t>
            </a:r>
            <a:r>
              <a:rPr sz="2400" spc="-10" dirty="0">
                <a:latin typeface="Segoe Print"/>
                <a:cs typeface="Segoe Print"/>
              </a:rPr>
              <a:t>parameters</a:t>
            </a:r>
            <a:endParaRPr sz="2400" dirty="0">
              <a:latin typeface="Segoe Print"/>
              <a:cs typeface="Segoe Print"/>
            </a:endParaRPr>
          </a:p>
          <a:p>
            <a:pPr lvl="1">
              <a:lnSpc>
                <a:spcPct val="100000"/>
              </a:lnSpc>
              <a:spcBef>
                <a:spcPts val="1525"/>
              </a:spcBef>
              <a:buFont typeface="Segoe Print"/>
              <a:buChar char="-"/>
            </a:pPr>
            <a:endParaRPr sz="2400" dirty="0">
              <a:latin typeface="Segoe Print"/>
              <a:cs typeface="Segoe Print"/>
            </a:endParaRPr>
          </a:p>
          <a:p>
            <a:pPr marL="355600" indent="-342900">
              <a:lnSpc>
                <a:spcPct val="100000"/>
              </a:lnSpc>
              <a:buChar char="-"/>
              <a:tabLst>
                <a:tab pos="355600" algn="l"/>
              </a:tabLst>
            </a:pPr>
            <a:r>
              <a:rPr sz="2400" spc="-10" dirty="0">
                <a:latin typeface="Segoe Print"/>
                <a:cs typeface="Segoe Print"/>
              </a:rPr>
              <a:t>Hyper-Parameters</a:t>
            </a:r>
            <a:endParaRPr sz="2400" dirty="0">
              <a:latin typeface="Segoe Print"/>
              <a:cs typeface="Segoe Print"/>
            </a:endParaRPr>
          </a:p>
          <a:p>
            <a:pPr marL="812800" lvl="1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812800" algn="l"/>
              </a:tabLst>
            </a:pPr>
            <a:r>
              <a:rPr sz="2400" dirty="0">
                <a:latin typeface="Segoe Print"/>
                <a:cs typeface="Segoe Print"/>
              </a:rPr>
              <a:t>k</a:t>
            </a:r>
            <a:r>
              <a:rPr sz="2400" spc="-2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(number</a:t>
            </a:r>
            <a:r>
              <a:rPr sz="2400" spc="-2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of</a:t>
            </a:r>
            <a:r>
              <a:rPr sz="2400" spc="-25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neighbors)</a:t>
            </a:r>
            <a:endParaRPr sz="2400" dirty="0">
              <a:latin typeface="Segoe Print"/>
              <a:cs typeface="Segoe Print"/>
            </a:endParaRPr>
          </a:p>
          <a:p>
            <a:pPr marL="812800" lvl="1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812800" algn="l"/>
              </a:tabLst>
            </a:pPr>
            <a:r>
              <a:rPr sz="2400" dirty="0">
                <a:latin typeface="Segoe Print"/>
                <a:cs typeface="Segoe Print"/>
              </a:rPr>
              <a:t>Distance</a:t>
            </a:r>
            <a:r>
              <a:rPr sz="2400" spc="-3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metric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(to</a:t>
            </a:r>
            <a:r>
              <a:rPr sz="2400" spc="-1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quantify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similarity)</a:t>
            </a:r>
            <a:endParaRPr sz="2400" dirty="0">
              <a:latin typeface="Segoe Print"/>
              <a:cs typeface="Segoe Prin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k-</a:t>
            </a:r>
            <a:r>
              <a:rPr dirty="0"/>
              <a:t>Nearest</a:t>
            </a:r>
            <a:r>
              <a:rPr spc="-135" dirty="0"/>
              <a:t> </a:t>
            </a:r>
            <a:r>
              <a:rPr dirty="0"/>
              <a:t>Neighbor</a:t>
            </a:r>
            <a:r>
              <a:rPr spc="-114" dirty="0"/>
              <a:t> </a:t>
            </a:r>
            <a:r>
              <a:rPr dirty="0"/>
              <a:t>(kNN)</a:t>
            </a:r>
            <a:r>
              <a:rPr spc="-110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4" name="object 2"/>
          <p:cNvSpPr txBox="1"/>
          <p:nvPr/>
        </p:nvSpPr>
        <p:spPr>
          <a:xfrm>
            <a:off x="258876" y="5198618"/>
            <a:ext cx="11536680" cy="10746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50000"/>
              </a:lnSpc>
              <a:spcBef>
                <a:spcPts val="1315"/>
              </a:spcBef>
            </a:pPr>
            <a:r>
              <a:rPr sz="2400" dirty="0">
                <a:latin typeface="Segoe Print"/>
                <a:cs typeface="Segoe Print"/>
              </a:rPr>
              <a:t>-</a:t>
            </a:r>
            <a:r>
              <a:rPr sz="2400" spc="12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Complexity</a:t>
            </a:r>
            <a:r>
              <a:rPr sz="2400" spc="-7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(both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time</a:t>
            </a:r>
            <a:r>
              <a:rPr sz="2400" spc="-7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and</a:t>
            </a:r>
            <a:r>
              <a:rPr sz="2400" spc="-5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storage)</a:t>
            </a:r>
            <a:r>
              <a:rPr sz="2400" spc="-6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of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prediction</a:t>
            </a:r>
            <a:r>
              <a:rPr sz="2400" spc="-5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increases</a:t>
            </a:r>
            <a:r>
              <a:rPr sz="2400" spc="-6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with</a:t>
            </a:r>
            <a:r>
              <a:rPr sz="2400" spc="-5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the</a:t>
            </a:r>
            <a:r>
              <a:rPr sz="2400" spc="-55" dirty="0">
                <a:latin typeface="Segoe Print"/>
                <a:cs typeface="Segoe Print"/>
              </a:rPr>
              <a:t> </a:t>
            </a:r>
            <a:r>
              <a:rPr sz="2400" spc="-20" dirty="0">
                <a:latin typeface="Segoe Print"/>
                <a:cs typeface="Segoe Print"/>
              </a:rPr>
              <a:t>size </a:t>
            </a:r>
            <a:r>
              <a:rPr sz="2400" dirty="0">
                <a:latin typeface="Segoe Print"/>
                <a:cs typeface="Segoe Print"/>
              </a:rPr>
              <a:t>of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training</a:t>
            </a:r>
            <a:r>
              <a:rPr sz="2400" spc="-70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data.</a:t>
            </a:r>
            <a:endParaRPr sz="2400" dirty="0">
              <a:latin typeface="Segoe Print"/>
              <a:cs typeface="Segoe Prin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4004" y="3255264"/>
            <a:ext cx="9576816" cy="126644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74599" y="1223035"/>
            <a:ext cx="9811385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50100"/>
              </a:lnSpc>
              <a:spcBef>
                <a:spcPts val="100"/>
              </a:spcBef>
              <a:tabLst>
                <a:tab pos="9562465" algn="l"/>
              </a:tabLst>
            </a:pPr>
            <a:r>
              <a:rPr sz="2800" dirty="0">
                <a:latin typeface="Segoe Print"/>
                <a:cs typeface="Segoe Print"/>
              </a:rPr>
              <a:t>We</a:t>
            </a:r>
            <a:r>
              <a:rPr sz="2800" spc="-65" dirty="0">
                <a:latin typeface="Segoe Print"/>
                <a:cs typeface="Segoe Print"/>
              </a:rPr>
              <a:t> </a:t>
            </a:r>
            <a:r>
              <a:rPr sz="2800" dirty="0">
                <a:latin typeface="Segoe Print"/>
                <a:cs typeface="Segoe Print"/>
              </a:rPr>
              <a:t>need</a:t>
            </a:r>
            <a:r>
              <a:rPr sz="2800" spc="-40" dirty="0">
                <a:latin typeface="Segoe Print"/>
                <a:cs typeface="Segoe Print"/>
              </a:rPr>
              <a:t> </a:t>
            </a:r>
            <a:r>
              <a:rPr sz="2800" dirty="0">
                <a:latin typeface="Segoe Print"/>
                <a:cs typeface="Segoe Print"/>
              </a:rPr>
              <a:t>to</a:t>
            </a:r>
            <a:r>
              <a:rPr sz="2800" spc="-50" dirty="0">
                <a:latin typeface="Segoe Print"/>
                <a:cs typeface="Segoe Print"/>
              </a:rPr>
              <a:t> </a:t>
            </a:r>
            <a:r>
              <a:rPr sz="2800" dirty="0">
                <a:latin typeface="Segoe Print"/>
                <a:cs typeface="Segoe Print"/>
              </a:rPr>
              <a:t>define</a:t>
            </a:r>
            <a:r>
              <a:rPr sz="2800" spc="-40" dirty="0">
                <a:latin typeface="Segoe Print"/>
                <a:cs typeface="Segoe Print"/>
              </a:rPr>
              <a:t> </a:t>
            </a:r>
            <a:r>
              <a:rPr sz="2800" dirty="0">
                <a:latin typeface="Segoe Print"/>
                <a:cs typeface="Segoe Print"/>
              </a:rPr>
              <a:t>distance</a:t>
            </a:r>
            <a:r>
              <a:rPr sz="2800" spc="-35" dirty="0">
                <a:latin typeface="Segoe Print"/>
                <a:cs typeface="Segoe Print"/>
              </a:rPr>
              <a:t> </a:t>
            </a:r>
            <a:r>
              <a:rPr sz="2800" dirty="0">
                <a:latin typeface="Segoe Print"/>
                <a:cs typeface="Segoe Print"/>
              </a:rPr>
              <a:t>metric</a:t>
            </a:r>
            <a:r>
              <a:rPr sz="2800" spc="-30" dirty="0">
                <a:latin typeface="Segoe Print"/>
                <a:cs typeface="Segoe Print"/>
              </a:rPr>
              <a:t> </a:t>
            </a:r>
            <a:r>
              <a:rPr sz="2800" dirty="0">
                <a:latin typeface="Segoe Print"/>
                <a:cs typeface="Segoe Print"/>
              </a:rPr>
              <a:t>to</a:t>
            </a:r>
            <a:r>
              <a:rPr sz="2800" spc="-40" dirty="0">
                <a:latin typeface="Segoe Print"/>
                <a:cs typeface="Segoe Print"/>
              </a:rPr>
              <a:t> </a:t>
            </a:r>
            <a:r>
              <a:rPr sz="2800" dirty="0">
                <a:latin typeface="Segoe Print"/>
                <a:cs typeface="Segoe Print"/>
              </a:rPr>
              <a:t>find</a:t>
            </a:r>
            <a:r>
              <a:rPr sz="2800" spc="-45" dirty="0">
                <a:latin typeface="Segoe Print"/>
                <a:cs typeface="Segoe Print"/>
              </a:rPr>
              <a:t> </a:t>
            </a:r>
            <a:r>
              <a:rPr sz="2800" dirty="0">
                <a:latin typeface="Segoe Print"/>
                <a:cs typeface="Segoe Print"/>
              </a:rPr>
              <a:t>the</a:t>
            </a:r>
            <a:r>
              <a:rPr sz="2800" spc="-60" dirty="0">
                <a:latin typeface="Segoe Print"/>
                <a:cs typeface="Segoe Print"/>
              </a:rPr>
              <a:t> </a:t>
            </a:r>
            <a:r>
              <a:rPr sz="2800" dirty="0">
                <a:latin typeface="Segoe Print"/>
                <a:cs typeface="Segoe Print"/>
              </a:rPr>
              <a:t>set</a:t>
            </a:r>
            <a:r>
              <a:rPr sz="2800" spc="-60" dirty="0">
                <a:latin typeface="Segoe Print"/>
                <a:cs typeface="Segoe Print"/>
              </a:rPr>
              <a:t> </a:t>
            </a:r>
            <a:r>
              <a:rPr sz="2800" spc="-25" dirty="0">
                <a:latin typeface="Segoe Print"/>
                <a:cs typeface="Segoe Print"/>
              </a:rPr>
              <a:t>of</a:t>
            </a:r>
            <a:r>
              <a:rPr sz="2800" dirty="0">
                <a:latin typeface="Segoe Print"/>
                <a:cs typeface="Segoe Print"/>
              </a:rPr>
              <a:t>	</a:t>
            </a:r>
            <a:r>
              <a:rPr sz="2800" spc="-50" dirty="0">
                <a:latin typeface="Segoe Print"/>
                <a:cs typeface="Segoe Print"/>
              </a:rPr>
              <a:t>k </a:t>
            </a:r>
            <a:r>
              <a:rPr sz="2800" dirty="0">
                <a:latin typeface="Segoe Print"/>
                <a:cs typeface="Segoe Print"/>
              </a:rPr>
              <a:t>nearest</a:t>
            </a:r>
            <a:r>
              <a:rPr sz="2800" spc="-140" dirty="0">
                <a:latin typeface="Segoe Print"/>
                <a:cs typeface="Segoe Print"/>
              </a:rPr>
              <a:t> </a:t>
            </a:r>
            <a:r>
              <a:rPr sz="2800" dirty="0">
                <a:latin typeface="Segoe Print"/>
                <a:cs typeface="Segoe Print"/>
              </a:rPr>
              <a:t>neighbors,</a:t>
            </a:r>
            <a:r>
              <a:rPr sz="2800" spc="-100" dirty="0">
                <a:latin typeface="Segoe Print"/>
                <a:cs typeface="Segoe Print"/>
              </a:rPr>
              <a:t> </a:t>
            </a:r>
            <a:r>
              <a:rPr sz="2800" spc="-25" dirty="0">
                <a:latin typeface="Segoe Print"/>
                <a:cs typeface="Segoe Print"/>
              </a:rPr>
              <a:t>S</a:t>
            </a:r>
            <a:r>
              <a:rPr sz="2775" spc="-37" baseline="-21021" dirty="0">
                <a:latin typeface="Segoe Print"/>
                <a:cs typeface="Segoe Print"/>
              </a:rPr>
              <a:t>x</a:t>
            </a:r>
            <a:endParaRPr sz="2775" baseline="-21021">
              <a:latin typeface="Segoe Print"/>
              <a:cs typeface="Segoe Prin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k-</a:t>
            </a:r>
            <a:r>
              <a:rPr dirty="0"/>
              <a:t>Nearest</a:t>
            </a:r>
            <a:r>
              <a:rPr spc="-135" dirty="0"/>
              <a:t> </a:t>
            </a:r>
            <a:r>
              <a:rPr dirty="0"/>
              <a:t>Neighbor</a:t>
            </a:r>
            <a:r>
              <a:rPr spc="-114" dirty="0"/>
              <a:t> </a:t>
            </a:r>
            <a:r>
              <a:rPr dirty="0"/>
              <a:t>(kNN)</a:t>
            </a:r>
            <a:r>
              <a:rPr spc="-110" dirty="0"/>
              <a:t> </a:t>
            </a:r>
            <a:r>
              <a:rPr spc="-10" dirty="0"/>
              <a:t>Algorithm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8876" y="799338"/>
            <a:ext cx="20967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Distance</a:t>
            </a:r>
            <a:r>
              <a:rPr sz="2400" b="1" u="sng" spc="-13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Metric: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k-</a:t>
            </a:r>
            <a:r>
              <a:rPr dirty="0"/>
              <a:t>Nearest</a:t>
            </a:r>
            <a:r>
              <a:rPr spc="-135" dirty="0"/>
              <a:t> </a:t>
            </a:r>
            <a:r>
              <a:rPr dirty="0"/>
              <a:t>Neighbor</a:t>
            </a:r>
            <a:r>
              <a:rPr spc="-114" dirty="0"/>
              <a:t> </a:t>
            </a:r>
            <a:r>
              <a:rPr dirty="0"/>
              <a:t>(kNN)</a:t>
            </a:r>
            <a:r>
              <a:rPr spc="-110" dirty="0"/>
              <a:t> </a:t>
            </a:r>
            <a:r>
              <a:rPr spc="-10" dirty="0"/>
              <a:t>Algorithm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279" y="1426463"/>
            <a:ext cx="1583436" cy="21336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15539" y="1054608"/>
            <a:ext cx="5433060" cy="1094232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AEE850-2332-5C13-6B5A-10C5F7F3C6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3347965"/>
              </p:ext>
            </p:extLst>
          </p:nvPr>
        </p:nvGraphicFramePr>
        <p:xfrm>
          <a:off x="762000" y="2175803"/>
          <a:ext cx="7645400" cy="4023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11350">
                  <a:extLst>
                    <a:ext uri="{9D8B030D-6E8A-4147-A177-3AD203B41FA5}">
                      <a16:colId xmlns:a16="http://schemas.microsoft.com/office/drawing/2014/main" val="2229301286"/>
                    </a:ext>
                  </a:extLst>
                </a:gridCol>
                <a:gridCol w="1911350">
                  <a:extLst>
                    <a:ext uri="{9D8B030D-6E8A-4147-A177-3AD203B41FA5}">
                      <a16:colId xmlns:a16="http://schemas.microsoft.com/office/drawing/2014/main" val="984428734"/>
                    </a:ext>
                  </a:extLst>
                </a:gridCol>
                <a:gridCol w="1911350">
                  <a:extLst>
                    <a:ext uri="{9D8B030D-6E8A-4147-A177-3AD203B41FA5}">
                      <a16:colId xmlns:a16="http://schemas.microsoft.com/office/drawing/2014/main" val="627822017"/>
                    </a:ext>
                  </a:extLst>
                </a:gridCol>
                <a:gridCol w="1911350">
                  <a:extLst>
                    <a:ext uri="{9D8B030D-6E8A-4147-A177-3AD203B41FA5}">
                      <a16:colId xmlns:a16="http://schemas.microsoft.com/office/drawing/2014/main" val="41864268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Fruit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Weight (g)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Color Score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Type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87820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Apple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12611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Apple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868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Apple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3175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Apple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70919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Apple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902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Orange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931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Orange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1702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Orange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33269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Orange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5183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Orange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8876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D04EE3A6-0355-816B-44C0-FB90DED86B9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9858" t="24626" r="9429" b="22703"/>
          <a:stretch>
            <a:fillRect/>
          </a:stretch>
        </p:blipFill>
        <p:spPr>
          <a:xfrm>
            <a:off x="8686800" y="4495800"/>
            <a:ext cx="3047999" cy="612064"/>
          </a:xfrm>
          <a:prstGeom prst="rect">
            <a:avLst/>
          </a:prstGeom>
          <a:ln>
            <a:noFill/>
          </a:ln>
          <a:effectLst>
            <a:glow rad="101600">
              <a:schemeClr val="accent5">
                <a:satMod val="175000"/>
                <a:alpha val="40000"/>
              </a:schemeClr>
            </a:glow>
            <a:softEdge rad="112500"/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E4D94-5C90-8277-2E84-06E3AD05E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E8323A4-8495-3DA2-7DFC-56342D3DB9B4}"/>
              </a:ext>
            </a:extLst>
          </p:cNvPr>
          <p:cNvSpPr txBox="1"/>
          <p:nvPr/>
        </p:nvSpPr>
        <p:spPr>
          <a:xfrm>
            <a:off x="258876" y="799338"/>
            <a:ext cx="20967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Distance</a:t>
            </a:r>
            <a:r>
              <a:rPr sz="2400" b="1" u="sng" spc="-13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Metric: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E08CD73-C447-F650-4EFA-51EBF0F006C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k-</a:t>
            </a:r>
            <a:r>
              <a:rPr dirty="0"/>
              <a:t>Nearest</a:t>
            </a:r>
            <a:r>
              <a:rPr spc="-135" dirty="0"/>
              <a:t> </a:t>
            </a:r>
            <a:r>
              <a:rPr dirty="0"/>
              <a:t>Neighbor</a:t>
            </a:r>
            <a:r>
              <a:rPr spc="-114" dirty="0"/>
              <a:t> </a:t>
            </a:r>
            <a:r>
              <a:rPr dirty="0"/>
              <a:t>(kNN)</a:t>
            </a:r>
            <a:r>
              <a:rPr spc="-110" dirty="0"/>
              <a:t> </a:t>
            </a:r>
            <a:r>
              <a:rPr spc="-10" dirty="0"/>
              <a:t>Algorithm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FB2F060A-69EA-17A2-1A14-9E7362211F9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279" y="1426463"/>
            <a:ext cx="1583436" cy="213360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69192D41-68FF-116B-725B-4227D1781AF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15539" y="1054608"/>
            <a:ext cx="5433060" cy="10942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F61303-903C-015B-4302-DE2B7EDA28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4011" y="2384805"/>
            <a:ext cx="817245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7609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FBF6A-4C4A-7295-7DC8-C54F12C3E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C2D66C-68DB-CCBB-5B33-29AE82394254}"/>
              </a:ext>
            </a:extLst>
          </p:cNvPr>
          <p:cNvSpPr txBox="1"/>
          <p:nvPr/>
        </p:nvSpPr>
        <p:spPr>
          <a:xfrm>
            <a:off x="258876" y="799338"/>
            <a:ext cx="20967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Distance</a:t>
            </a:r>
            <a:r>
              <a:rPr sz="2400" b="1" u="sng" spc="-13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Metric: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870EF06-920C-C1F4-F43F-1B0AA247E5E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k-</a:t>
            </a:r>
            <a:r>
              <a:rPr dirty="0"/>
              <a:t>Nearest</a:t>
            </a:r>
            <a:r>
              <a:rPr spc="-135" dirty="0"/>
              <a:t> </a:t>
            </a:r>
            <a:r>
              <a:rPr dirty="0"/>
              <a:t>Neighbor</a:t>
            </a:r>
            <a:r>
              <a:rPr spc="-114" dirty="0"/>
              <a:t> </a:t>
            </a:r>
            <a:r>
              <a:rPr dirty="0"/>
              <a:t>(kNN)</a:t>
            </a:r>
            <a:r>
              <a:rPr spc="-110" dirty="0"/>
              <a:t> </a:t>
            </a:r>
            <a:r>
              <a:rPr spc="-10" dirty="0"/>
              <a:t>Algorithm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72258247-B83E-16F3-A405-81C3DDCE4C2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279" y="1426463"/>
            <a:ext cx="1583436" cy="213360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19E952A8-4150-CE7F-C6C1-497B1E2D6CE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15539" y="1054608"/>
            <a:ext cx="5433060" cy="1094232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56FF6D0-F938-12AF-7042-3D9B93DA01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4967022"/>
              </p:ext>
            </p:extLst>
          </p:nvPr>
        </p:nvGraphicFramePr>
        <p:xfrm>
          <a:off x="1600200" y="2201594"/>
          <a:ext cx="7645401" cy="4023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548467">
                  <a:extLst>
                    <a:ext uri="{9D8B030D-6E8A-4147-A177-3AD203B41FA5}">
                      <a16:colId xmlns:a16="http://schemas.microsoft.com/office/drawing/2014/main" val="888052964"/>
                    </a:ext>
                  </a:extLst>
                </a:gridCol>
                <a:gridCol w="2548467">
                  <a:extLst>
                    <a:ext uri="{9D8B030D-6E8A-4147-A177-3AD203B41FA5}">
                      <a16:colId xmlns:a16="http://schemas.microsoft.com/office/drawing/2014/main" val="645941203"/>
                    </a:ext>
                  </a:extLst>
                </a:gridCol>
                <a:gridCol w="2548467">
                  <a:extLst>
                    <a:ext uri="{9D8B030D-6E8A-4147-A177-3AD203B41FA5}">
                      <a16:colId xmlns:a16="http://schemas.microsoft.com/office/drawing/2014/main" val="239105871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Fruit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Distance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Type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786855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10.00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Apple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96974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10.05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Apple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03408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20.10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Apple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621993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20.02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Apple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04242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30.02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Apple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766657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30.15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Orange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97242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40.11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Orange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139754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45.01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Orange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101303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50.16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Orange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848112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60.03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Orange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28786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529299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SLIDE_ID" val="custom20233299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299"/>
  <p:tag name="KSO_WM_SLIDE_LAYOUT" val="a_f"/>
  <p:tag name="KSO_WM_SLIDE_LAYOUT_CNT" val="1_1"/>
  <p:tag name="KSO_WM_TEMPLATE_THUMBS_INDEX" val="1、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Your title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299_1*a*1"/>
  <p:tag name="KSO_WM_TEMPLATE_CATEGORY" val="custom"/>
  <p:tag name="KSO_WM_TEMPLATE_INDEX" val="20233299"/>
  <p:tag name="KSO_WM_UNIT_LAYERLEVEL" val="1"/>
  <p:tag name="KSO_WM_TAG_VERSION" val="3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PRESET_TEXT" val="Name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3299_1*f*4"/>
  <p:tag name="KSO_WM_TEMPLATE_CATEGORY" val="custom"/>
  <p:tag name="KSO_WM_TEMPLATE_INDEX" val="20233299"/>
  <p:tag name="KSO_WM_UNIT_LAYERLEVEL" val="1"/>
  <p:tag name="KSO_WM_TAG_VERSION" val="3.0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</TotalTime>
  <Words>473</Words>
  <Application>Microsoft Office PowerPoint</Application>
  <PresentationFormat>Widescreen</PresentationFormat>
  <Paragraphs>158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Palatino Linotype</vt:lpstr>
      <vt:lpstr>Segoe Print</vt:lpstr>
      <vt:lpstr>Office Theme</vt:lpstr>
      <vt:lpstr>k-Nearest Neighbor (kNN)</vt:lpstr>
      <vt:lpstr>Outline</vt:lpstr>
      <vt:lpstr>Supervised Learning</vt:lpstr>
      <vt:lpstr>k-Nearest Neighbor (kNN) Algorithm</vt:lpstr>
      <vt:lpstr>k-Nearest Neighbor (kNN) Algorithm</vt:lpstr>
      <vt:lpstr>k-Nearest Neighbor (kNN) Algorithm</vt:lpstr>
      <vt:lpstr>k-Nearest Neighbor (kNN) Algorithm</vt:lpstr>
      <vt:lpstr>k-Nearest Neighbor (kNN) Algorithm</vt:lpstr>
      <vt:lpstr>k-Nearest Neighbor (kNN) Algorithm</vt:lpstr>
      <vt:lpstr>k-Nearest Neighbor (kNN) Algorithm</vt:lpstr>
      <vt:lpstr>k-Nearest Neighbor (kNN) Algorithm</vt:lpstr>
      <vt:lpstr>k-Nearest Neighbor (kNN) Algorithm</vt:lpstr>
      <vt:lpstr>k-Nearest Neighbor (kNN) Algorithm</vt:lpstr>
      <vt:lpstr>k-Nearest Neighbor (kNN) Algorithm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Zubair Khalid</dc:creator>
  <cp:lastModifiedBy>Visiting Faculty</cp:lastModifiedBy>
  <cp:revision>9</cp:revision>
  <dcterms:created xsi:type="dcterms:W3CDTF">2026-02-19T04:07:47Z</dcterms:created>
  <dcterms:modified xsi:type="dcterms:W3CDTF">2026-02-19T06:15:47Z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2023-01-23T00:00:00Z</vt:filetime>
  </property>
  <property fmtid="{D5CDD505-2E9C-101B-9397-08002B2CF9AE}" pid="3" name="Creator">
    <vt:lpwstr>Adobe Acrobat Pro 9.0.0</vt:lpwstr>
  </property>
  <property fmtid="{D5CDD505-2E9C-101B-9397-08002B2CF9AE}" pid="4" name="LastSaved">
    <vt:filetime>2026-02-19T00:00:00Z</vt:filetime>
  </property>
  <property fmtid="{D5CDD505-2E9C-101B-9397-08002B2CF9AE}" pid="5" name="Producer">
    <vt:lpwstr>Adobe Acrobat Pro 9.0.0</vt:lpwstr>
  </property>
</Properties>
</file>